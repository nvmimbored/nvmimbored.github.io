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3" r:id="rId1"/>
  </p:sldMasterIdLst>
  <p:notesMasterIdLst>
    <p:notesMasterId r:id="rId29"/>
  </p:notesMasterIdLst>
  <p:handoutMasterIdLst>
    <p:handoutMasterId r:id="rId30"/>
  </p:handoutMasterIdLst>
  <p:sldIdLst>
    <p:sldId id="256" r:id="rId2"/>
    <p:sldId id="371" r:id="rId3"/>
    <p:sldId id="311" r:id="rId4"/>
    <p:sldId id="323" r:id="rId5"/>
    <p:sldId id="260" r:id="rId6"/>
    <p:sldId id="261" r:id="rId7"/>
    <p:sldId id="317" r:id="rId8"/>
    <p:sldId id="276" r:id="rId9"/>
    <p:sldId id="277" r:id="rId10"/>
    <p:sldId id="330" r:id="rId11"/>
    <p:sldId id="372" r:id="rId12"/>
    <p:sldId id="278" r:id="rId13"/>
    <p:sldId id="327" r:id="rId14"/>
    <p:sldId id="328" r:id="rId15"/>
    <p:sldId id="337" r:id="rId16"/>
    <p:sldId id="336" r:id="rId17"/>
    <p:sldId id="259" r:id="rId18"/>
    <p:sldId id="294" r:id="rId19"/>
    <p:sldId id="329" r:id="rId20"/>
    <p:sldId id="343" r:id="rId21"/>
    <p:sldId id="301" r:id="rId22"/>
    <p:sldId id="310" r:id="rId23"/>
    <p:sldId id="347" r:id="rId24"/>
    <p:sldId id="345" r:id="rId25"/>
    <p:sldId id="350" r:id="rId26"/>
    <p:sldId id="348" r:id="rId27"/>
    <p:sldId id="349" r:id="rId28"/>
  </p:sldIdLst>
  <p:sldSz cx="12192000" cy="6858000"/>
  <p:notesSz cx="7099300" cy="10234613"/>
  <p:defaultTextStyle>
    <a:defPPr>
      <a:defRPr lang="lv-LV"/>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90099"/>
    <a:srgbClr val="0033CC"/>
    <a:srgbClr val="000000"/>
    <a:srgbClr val="CC00CC"/>
    <a:srgbClr val="C0D2D8"/>
    <a:srgbClr val="B9D3DF"/>
    <a:srgbClr val="C1B5E3"/>
    <a:srgbClr val="FFFF66"/>
    <a:srgbClr val="CCFF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Vidējs stils 2 - izcēlum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68" autoAdjust="0"/>
    <p:restoredTop sz="86052" autoAdjust="0"/>
  </p:normalViewPr>
  <p:slideViewPr>
    <p:cSldViewPr>
      <p:cViewPr>
        <p:scale>
          <a:sx n="65" d="100"/>
          <a:sy n="65" d="100"/>
        </p:scale>
        <p:origin x="1368" y="283"/>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1FED5EBA-EF07-460D-9E0E-BFC0B151111F}"/>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69635" name="Rectangle 3">
            <a:extLst>
              <a:ext uri="{FF2B5EF4-FFF2-40B4-BE49-F238E27FC236}">
                <a16:creationId xmlns:a16="http://schemas.microsoft.com/office/drawing/2014/main" id="{0A83DEF3-AAEB-4DCC-A02C-1A51547B6263}"/>
              </a:ext>
            </a:extLst>
          </p:cNvPr>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69636" name="Rectangle 4">
            <a:extLst>
              <a:ext uri="{FF2B5EF4-FFF2-40B4-BE49-F238E27FC236}">
                <a16:creationId xmlns:a16="http://schemas.microsoft.com/office/drawing/2014/main" id="{E9CCA86C-43E9-45CE-980C-7B7159C182E8}"/>
              </a:ext>
            </a:extLst>
          </p:cNvPr>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69637" name="Rectangle 5">
            <a:extLst>
              <a:ext uri="{FF2B5EF4-FFF2-40B4-BE49-F238E27FC236}">
                <a16:creationId xmlns:a16="http://schemas.microsoft.com/office/drawing/2014/main" id="{D4A060CD-EB76-4BAD-9DF1-2A2ADFB6E66D}"/>
              </a:ext>
            </a:extLst>
          </p:cNvPr>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2B7B8F6A-9C2F-497A-B34E-96054314D2E7}"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F94EC429-4350-40F5-B8A5-35BD69E887AF}"/>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lv-LV"/>
          </a:p>
        </p:txBody>
      </p:sp>
      <p:sp>
        <p:nvSpPr>
          <p:cNvPr id="122883" name="Rectangle 3">
            <a:extLst>
              <a:ext uri="{FF2B5EF4-FFF2-40B4-BE49-F238E27FC236}">
                <a16:creationId xmlns:a16="http://schemas.microsoft.com/office/drawing/2014/main" id="{9EADE886-8840-43D1-B0B0-5340C6AD706F}"/>
              </a:ext>
            </a:extLst>
          </p:cNvPr>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lv-LV"/>
          </a:p>
        </p:txBody>
      </p:sp>
      <p:sp>
        <p:nvSpPr>
          <p:cNvPr id="3076" name="Rectangle 4">
            <a:extLst>
              <a:ext uri="{FF2B5EF4-FFF2-40B4-BE49-F238E27FC236}">
                <a16:creationId xmlns:a16="http://schemas.microsoft.com/office/drawing/2014/main" id="{8FFB06AD-7180-4A80-81C4-C8DCD490E29D}"/>
              </a:ext>
            </a:extLst>
          </p:cNvPr>
          <p:cNvSpPr>
            <a:spLocks noGrp="1" noRot="1" noChangeAspect="1" noChangeArrowheads="1" noTextEdit="1"/>
          </p:cNvSpPr>
          <p:nvPr>
            <p:ph type="sldImg" idx="2"/>
          </p:nvPr>
        </p:nvSpPr>
        <p:spPr bwMode="auto">
          <a:xfrm>
            <a:off x="138113" y="768350"/>
            <a:ext cx="6823075" cy="38385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885" name="Rectangle 5">
            <a:extLst>
              <a:ext uri="{FF2B5EF4-FFF2-40B4-BE49-F238E27FC236}">
                <a16:creationId xmlns:a16="http://schemas.microsoft.com/office/drawing/2014/main" id="{8CB75189-3D7E-4E91-B27B-F319B35EE98F}"/>
              </a:ext>
            </a:extLst>
          </p:cNvPr>
          <p:cNvSpPr>
            <a:spLocks noGrp="1" noChangeArrowheads="1"/>
          </p:cNvSpPr>
          <p:nvPr>
            <p:ph type="body" sz="quarter" idx="3"/>
          </p:nvPr>
        </p:nvSpPr>
        <p:spPr bwMode="auto">
          <a:xfrm>
            <a:off x="709613" y="4862513"/>
            <a:ext cx="5680075" cy="460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lv-LV" noProof="0"/>
              <a:t>Click to edit Master text styles</a:t>
            </a:r>
          </a:p>
          <a:p>
            <a:pPr lvl="1"/>
            <a:r>
              <a:rPr lang="lv-LV" noProof="0"/>
              <a:t>Second level</a:t>
            </a:r>
          </a:p>
          <a:p>
            <a:pPr lvl="2"/>
            <a:r>
              <a:rPr lang="lv-LV" noProof="0"/>
              <a:t>Third level</a:t>
            </a:r>
          </a:p>
          <a:p>
            <a:pPr lvl="3"/>
            <a:r>
              <a:rPr lang="lv-LV" noProof="0"/>
              <a:t>Fourth level</a:t>
            </a:r>
          </a:p>
          <a:p>
            <a:pPr lvl="4"/>
            <a:r>
              <a:rPr lang="lv-LV" noProof="0"/>
              <a:t>Fifth level</a:t>
            </a:r>
          </a:p>
        </p:txBody>
      </p:sp>
      <p:sp>
        <p:nvSpPr>
          <p:cNvPr id="122886" name="Rectangle 6">
            <a:extLst>
              <a:ext uri="{FF2B5EF4-FFF2-40B4-BE49-F238E27FC236}">
                <a16:creationId xmlns:a16="http://schemas.microsoft.com/office/drawing/2014/main" id="{6D0048AE-11F8-439C-AC89-E5AFA28D2FCB}"/>
              </a:ext>
            </a:extLst>
          </p:cNvPr>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lv-LV"/>
          </a:p>
        </p:txBody>
      </p:sp>
      <p:sp>
        <p:nvSpPr>
          <p:cNvPr id="122887" name="Rectangle 7">
            <a:extLst>
              <a:ext uri="{FF2B5EF4-FFF2-40B4-BE49-F238E27FC236}">
                <a16:creationId xmlns:a16="http://schemas.microsoft.com/office/drawing/2014/main" id="{1E5BF18C-971C-46A5-A27A-4402FD13C79D}"/>
              </a:ext>
            </a:extLst>
          </p:cNvPr>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9B8BA3FB-6A63-451D-B12E-A81E17D72475}" type="slidenum">
              <a:rPr lang="lv-LV" altLang="en-US"/>
              <a:pPr/>
              <a:t>‹#›</a:t>
            </a:fld>
            <a:endParaRPr lang="lv-LV"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lv.wikipedia.org/wiki/Elektrons" TargetMode="External"/><Relationship Id="rId2" Type="http://schemas.openxmlformats.org/officeDocument/2006/relationships/slide" Target="../slides/slide16.xml"/><Relationship Id="rId1" Type="http://schemas.openxmlformats.org/officeDocument/2006/relationships/notesMaster" Target="../notesMasters/notesMaster1.xml"/><Relationship Id="rId5" Type="http://schemas.openxmlformats.org/officeDocument/2006/relationships/hyperlink" Target="https://lv.wikipedia.org/w/index.php?title=Siltumefekts&amp;action=edit&amp;redlink=1" TargetMode="External"/><Relationship Id="rId4" Type="http://schemas.openxmlformats.org/officeDocument/2006/relationships/hyperlink" Target="https://lv.wikipedia.org/wiki/%C4%B6%C4%ABmisk%C4%81_saite"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22247CF1-5357-4CD7-8AF3-A78A9B808936}"/>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8DF151FF-38C9-4DC5-9AE6-3067B3BA6510}"/>
              </a:ext>
            </a:extLst>
          </p:cNvPr>
          <p:cNvSpPr>
            <a:spLocks noGrp="1" noChangeArrowheads="1"/>
          </p:cNvSpPr>
          <p:nvPr>
            <p:ph type="body" idx="1"/>
          </p:nvPr>
        </p:nvSpPr>
        <p:spPr>
          <a:noFill/>
        </p:spPr>
        <p:txBody>
          <a:bodyPr/>
          <a:lstStyle/>
          <a:p>
            <a:r>
              <a:rPr lang="lv-LV" altLang="lv-LV" dirty="0">
                <a:latin typeface="Arial" panose="020B0604020202020204" pitchFamily="34" charset="0"/>
              </a:rPr>
              <a:t>p</a:t>
            </a:r>
          </a:p>
        </p:txBody>
      </p:sp>
      <p:sp>
        <p:nvSpPr>
          <p:cNvPr id="9220" name="Slide Number Placeholder 3">
            <a:extLst>
              <a:ext uri="{FF2B5EF4-FFF2-40B4-BE49-F238E27FC236}">
                <a16:creationId xmlns:a16="http://schemas.microsoft.com/office/drawing/2014/main" id="{D2A8F2EB-493D-4A28-B74A-BAE8BF233B50}"/>
              </a:ext>
            </a:extLst>
          </p:cNvPr>
          <p:cNvSpPr>
            <a:spLocks noGrp="1"/>
          </p:cNvSpPr>
          <p:nvPr>
            <p:ph type="sldNum" sz="quarter" idx="5"/>
          </p:nvPr>
        </p:nvSpPr>
        <p:spPr>
          <a:noFill/>
        </p:spPr>
        <p:txBody>
          <a:bodyPr/>
          <a:lstStyle>
            <a:lvl1pPr defTabSz="966788">
              <a:defRPr>
                <a:solidFill>
                  <a:schemeClr val="tx1"/>
                </a:solidFill>
                <a:latin typeface="Arial" panose="020B0604020202020204" pitchFamily="34" charset="0"/>
                <a:cs typeface="Arial" panose="020B0604020202020204" pitchFamily="34" charset="0"/>
              </a:defRPr>
            </a:lvl1pPr>
            <a:lvl2pPr marL="742950" indent="-285750" defTabSz="966788">
              <a:defRPr>
                <a:solidFill>
                  <a:schemeClr val="tx1"/>
                </a:solidFill>
                <a:latin typeface="Arial" panose="020B0604020202020204" pitchFamily="34" charset="0"/>
                <a:cs typeface="Arial" panose="020B0604020202020204" pitchFamily="34" charset="0"/>
              </a:defRPr>
            </a:lvl2pPr>
            <a:lvl3pPr marL="1143000" indent="-228600" defTabSz="966788">
              <a:defRPr>
                <a:solidFill>
                  <a:schemeClr val="tx1"/>
                </a:solidFill>
                <a:latin typeface="Arial" panose="020B0604020202020204" pitchFamily="34" charset="0"/>
                <a:cs typeface="Arial" panose="020B0604020202020204" pitchFamily="34" charset="0"/>
              </a:defRPr>
            </a:lvl3pPr>
            <a:lvl4pPr marL="1600200" indent="-228600" defTabSz="966788">
              <a:defRPr>
                <a:solidFill>
                  <a:schemeClr val="tx1"/>
                </a:solidFill>
                <a:latin typeface="Arial" panose="020B0604020202020204" pitchFamily="34" charset="0"/>
                <a:cs typeface="Arial" panose="020B0604020202020204" pitchFamily="34" charset="0"/>
              </a:defRPr>
            </a:lvl4pPr>
            <a:lvl5pPr marL="2057400" indent="-228600" defTabSz="966788">
              <a:defRPr>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57217E1-3B24-46E0-9919-C393D79A73A7}" type="slidenum">
              <a:rPr lang="en-US" altLang="en-US" smtClean="0"/>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aida attēla vietturis 1">
            <a:extLst>
              <a:ext uri="{FF2B5EF4-FFF2-40B4-BE49-F238E27FC236}">
                <a16:creationId xmlns:a16="http://schemas.microsoft.com/office/drawing/2014/main" id="{FE6437AB-AABD-4BBE-82A5-628CA03810DE}"/>
              </a:ext>
            </a:extLst>
          </p:cNvPr>
          <p:cNvSpPr>
            <a:spLocks noGrp="1" noRot="1" noChangeAspect="1" noTextEdit="1"/>
          </p:cNvSpPr>
          <p:nvPr>
            <p:ph type="sldImg"/>
          </p:nvPr>
        </p:nvSpPr>
        <p:spPr>
          <a:xfrm>
            <a:off x="138113" y="768350"/>
            <a:ext cx="6823075" cy="3838575"/>
          </a:xfrm>
          <a:ln/>
        </p:spPr>
      </p:sp>
      <p:sp>
        <p:nvSpPr>
          <p:cNvPr id="8195" name="Piezīmju vietturis 2">
            <a:extLst>
              <a:ext uri="{FF2B5EF4-FFF2-40B4-BE49-F238E27FC236}">
                <a16:creationId xmlns:a16="http://schemas.microsoft.com/office/drawing/2014/main" id="{4AFB5DFE-3CA3-407E-849A-ED3DB5CC66A3}"/>
              </a:ext>
            </a:extLst>
          </p:cNvPr>
          <p:cNvSpPr>
            <a:spLocks noGrp="1"/>
          </p:cNvSpPr>
          <p:nvPr>
            <p:ph type="body" idx="1"/>
          </p:nvPr>
        </p:nvSpPr>
        <p:spPr>
          <a:noFill/>
        </p:spPr>
        <p:txBody>
          <a:bodyPr/>
          <a:lstStyle/>
          <a:p>
            <a:endParaRPr lang="en-GB" altLang="en-US" dirty="0">
              <a:latin typeface="Arial" panose="020B0604020202020204" pitchFamily="34" charset="0"/>
            </a:endParaRPr>
          </a:p>
        </p:txBody>
      </p:sp>
      <p:sp>
        <p:nvSpPr>
          <p:cNvPr id="8196" name="Slaida numura vietturis 3">
            <a:extLst>
              <a:ext uri="{FF2B5EF4-FFF2-40B4-BE49-F238E27FC236}">
                <a16:creationId xmlns:a16="http://schemas.microsoft.com/office/drawing/2014/main" id="{BE921132-52BA-4C99-BCBC-F1DB67E094D0}"/>
              </a:ext>
            </a:extLst>
          </p:cNvPr>
          <p:cNvSpPr>
            <a:spLocks noGrp="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A698287-EE87-449D-91CB-7B3A696C54D7}" type="slidenum">
              <a:rPr lang="lv-LV" altLang="en-US"/>
              <a:pPr>
                <a:spcBef>
                  <a:spcPct val="0"/>
                </a:spcBef>
              </a:pPr>
              <a:t>3</a:t>
            </a:fld>
            <a:endParaRPr lang="lv-LV"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aida attēla vietturis 1">
            <a:extLst>
              <a:ext uri="{FF2B5EF4-FFF2-40B4-BE49-F238E27FC236}">
                <a16:creationId xmlns:a16="http://schemas.microsoft.com/office/drawing/2014/main" id="{4DF24919-71DA-475F-8CF4-84082CB496DB}"/>
              </a:ext>
            </a:extLst>
          </p:cNvPr>
          <p:cNvSpPr>
            <a:spLocks noGrp="1" noRot="1" noChangeAspect="1" noTextEdit="1"/>
          </p:cNvSpPr>
          <p:nvPr>
            <p:ph type="sldImg"/>
          </p:nvPr>
        </p:nvSpPr>
        <p:spPr>
          <a:xfrm>
            <a:off x="138113" y="768350"/>
            <a:ext cx="6823075" cy="3838575"/>
          </a:xfrm>
          <a:ln/>
        </p:spPr>
      </p:sp>
      <p:sp>
        <p:nvSpPr>
          <p:cNvPr id="10243" name="Piezīmju vietturis 2">
            <a:extLst>
              <a:ext uri="{FF2B5EF4-FFF2-40B4-BE49-F238E27FC236}">
                <a16:creationId xmlns:a16="http://schemas.microsoft.com/office/drawing/2014/main" id="{97DF09D0-B751-4664-B213-76A4A2926102}"/>
              </a:ext>
            </a:extLst>
          </p:cNvPr>
          <p:cNvSpPr>
            <a:spLocks noGrp="1"/>
          </p:cNvSpPr>
          <p:nvPr>
            <p:ph type="body" idx="1"/>
          </p:nvPr>
        </p:nvSpPr>
        <p:spPr>
          <a:noFill/>
        </p:spPr>
        <p:txBody>
          <a:bodyPr/>
          <a:lstStyle/>
          <a:p>
            <a:endParaRPr lang="en-GB" altLang="en-US" dirty="0">
              <a:latin typeface="Arial" panose="020B0604020202020204" pitchFamily="34" charset="0"/>
            </a:endParaRPr>
          </a:p>
        </p:txBody>
      </p:sp>
      <p:sp>
        <p:nvSpPr>
          <p:cNvPr id="10244" name="Slaida numura vietturis 3">
            <a:extLst>
              <a:ext uri="{FF2B5EF4-FFF2-40B4-BE49-F238E27FC236}">
                <a16:creationId xmlns:a16="http://schemas.microsoft.com/office/drawing/2014/main" id="{57CD030A-0D7D-41BA-BD7B-624854BD4EC9}"/>
              </a:ext>
            </a:extLst>
          </p:cNvPr>
          <p:cNvSpPr>
            <a:spLocks noGrp="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BB71325-B3BA-4748-985A-7E3A9CDEC8BA}" type="slidenum">
              <a:rPr lang="lv-LV" altLang="en-US"/>
              <a:pPr>
                <a:spcBef>
                  <a:spcPct val="0"/>
                </a:spcBef>
              </a:pPr>
              <a:t>4</a:t>
            </a:fld>
            <a:endParaRPr lang="lv-LV"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8350"/>
            <a:ext cx="6823075" cy="3838575"/>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lv-LV" altLang="en-US" sz="1200" dirty="0"/>
              <a:t>Reakcijas gaitu kontrolē, izmantojot spektrometriju</a:t>
            </a:r>
            <a:endParaRPr lang="en-GB" altLang="en-US" sz="1200" dirty="0"/>
          </a:p>
          <a:p>
            <a:endParaRPr lang="lv-LV" dirty="0"/>
          </a:p>
        </p:txBody>
      </p:sp>
      <p:sp>
        <p:nvSpPr>
          <p:cNvPr id="4" name="Slide Number Placeholder 3"/>
          <p:cNvSpPr>
            <a:spLocks noGrp="1"/>
          </p:cNvSpPr>
          <p:nvPr>
            <p:ph type="sldNum" sz="quarter" idx="5"/>
          </p:nvPr>
        </p:nvSpPr>
        <p:spPr/>
        <p:txBody>
          <a:bodyPr/>
          <a:lstStyle/>
          <a:p>
            <a:fld id="{9B8BA3FB-6A63-451D-B12E-A81E17D72475}" type="slidenum">
              <a:rPr lang="lv-LV" altLang="en-US" smtClean="0"/>
              <a:pPr/>
              <a:t>7</a:t>
            </a:fld>
            <a:endParaRPr lang="lv-LV" altLang="en-US"/>
          </a:p>
        </p:txBody>
      </p:sp>
    </p:spTree>
    <p:extLst>
      <p:ext uri="{BB962C8B-B14F-4D97-AF65-F5344CB8AC3E}">
        <p14:creationId xmlns:p14="http://schemas.microsoft.com/office/powerpoint/2010/main" val="3494974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8350"/>
            <a:ext cx="6823075" cy="3838575"/>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lv-LV" altLang="en-US" sz="1200" dirty="0"/>
              <a:t>http://int.search.tb.ask.com/search/video.jhtml?n=781bdad1&amp;p2=%5EY6%5Exdm007%5EYYA%5Elv&amp;pg=video&amp;pn=1&amp;ptb=C5ED9B73-3300-4961-8FC8-BE8478B94E13&amp;qs=&amp;searchfor=alkali+metals+with+water+video&amp;si=CIrqxuGW98cCFSTicgodaNsDXA&amp;ss=sub&amp;st=bar&amp;tpr=sbt&amp;vidOrd=2&amp;vidId=HvVUtpdK7xw</a:t>
            </a:r>
          </a:p>
          <a:p>
            <a:endParaRPr lang="lv-LV" dirty="0"/>
          </a:p>
        </p:txBody>
      </p:sp>
      <p:sp>
        <p:nvSpPr>
          <p:cNvPr id="4" name="Slide Number Placeholder 3"/>
          <p:cNvSpPr>
            <a:spLocks noGrp="1"/>
          </p:cNvSpPr>
          <p:nvPr>
            <p:ph type="sldNum" sz="quarter" idx="5"/>
          </p:nvPr>
        </p:nvSpPr>
        <p:spPr/>
        <p:txBody>
          <a:bodyPr/>
          <a:lstStyle/>
          <a:p>
            <a:fld id="{9B8BA3FB-6A63-451D-B12E-A81E17D72475}" type="slidenum">
              <a:rPr lang="lv-LV" altLang="en-US" smtClean="0"/>
              <a:pPr/>
              <a:t>8</a:t>
            </a:fld>
            <a:endParaRPr lang="lv-LV" altLang="en-US"/>
          </a:p>
        </p:txBody>
      </p:sp>
    </p:spTree>
    <p:extLst>
      <p:ext uri="{BB962C8B-B14F-4D97-AF65-F5344CB8AC3E}">
        <p14:creationId xmlns:p14="http://schemas.microsoft.com/office/powerpoint/2010/main" val="2018470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8350"/>
            <a:ext cx="6823075" cy="3838575"/>
          </a:xfrm>
        </p:spPr>
      </p:sp>
      <p:sp>
        <p:nvSpPr>
          <p:cNvPr id="3" name="Notes Placeholder 2"/>
          <p:cNvSpPr>
            <a:spLocks noGrp="1"/>
          </p:cNvSpPr>
          <p:nvPr>
            <p:ph type="body" idx="1"/>
          </p:nvPr>
        </p:nvSpPr>
        <p:spPr/>
        <p:txBody>
          <a:bodyPr/>
          <a:lstStyle/>
          <a:p>
            <a:r>
              <a:rPr lang="lv-LV" dirty="0" err="1"/>
              <a:t>Na</a:t>
            </a:r>
            <a:r>
              <a:rPr lang="lv-LV" dirty="0"/>
              <a:t> </a:t>
            </a:r>
            <a:r>
              <a:rPr lang="lv-LV" dirty="0" err="1"/>
              <a:t>arsenīts</a:t>
            </a:r>
            <a:endParaRPr lang="lv-LV" dirty="0"/>
          </a:p>
          <a:p>
            <a:r>
              <a:rPr lang="en-US" dirty="0"/>
              <a:t> Both beakers contain the same amounts</a:t>
            </a:r>
            <a:r>
              <a:rPr lang="lv-LV" dirty="0"/>
              <a:t> </a:t>
            </a:r>
            <a:r>
              <a:rPr lang="en-US" dirty="0"/>
              <a:t>of reactants: sodium thiosulfate, Na 2 S 2 O 3 ,</a:t>
            </a:r>
            <a:r>
              <a:rPr lang="lv-LV" dirty="0"/>
              <a:t> </a:t>
            </a:r>
            <a:r>
              <a:rPr lang="en-US" dirty="0"/>
              <a:t>in acidic solution and sodium </a:t>
            </a:r>
            <a:r>
              <a:rPr lang="en-US" dirty="0" err="1"/>
              <a:t>arsenite</a:t>
            </a:r>
            <a:r>
              <a:rPr lang="en-US" dirty="0"/>
              <a:t>,</a:t>
            </a:r>
            <a:r>
              <a:rPr lang="lv-LV" dirty="0"/>
              <a:t> </a:t>
            </a:r>
            <a:r>
              <a:rPr lang="en-US" dirty="0"/>
              <a:t>Na 3 </a:t>
            </a:r>
            <a:r>
              <a:rPr lang="en-US" dirty="0" err="1"/>
              <a:t>AsO</a:t>
            </a:r>
            <a:r>
              <a:rPr lang="en-US" dirty="0"/>
              <a:t> 3 . However, the beaker on the right</a:t>
            </a:r>
            <a:r>
              <a:rPr lang="lv-LV" dirty="0"/>
              <a:t> </a:t>
            </a:r>
            <a:r>
              <a:rPr lang="en-US" dirty="0"/>
              <a:t>contains more water and thus lower concentrations of reactants. (B) Na 2 S 2 O 3</a:t>
            </a:r>
            <a:r>
              <a:rPr lang="lv-LV" dirty="0"/>
              <a:t> </a:t>
            </a:r>
            <a:r>
              <a:rPr lang="en-US" dirty="0"/>
              <a:t>decomposes slowly in acidic solution to</a:t>
            </a:r>
            <a:r>
              <a:rPr lang="lv-LV" dirty="0"/>
              <a:t> </a:t>
            </a:r>
            <a:r>
              <a:rPr lang="en-US" dirty="0"/>
              <a:t>yield H 2 S, which reacts quickly with</a:t>
            </a:r>
            <a:r>
              <a:rPr lang="lv-LV" dirty="0"/>
              <a:t> </a:t>
            </a:r>
            <a:r>
              <a:rPr lang="en-US" dirty="0"/>
              <a:t>Na 3 </a:t>
            </a:r>
            <a:r>
              <a:rPr lang="en-US" dirty="0" err="1"/>
              <a:t>AsO</a:t>
            </a:r>
            <a:r>
              <a:rPr lang="en-US" dirty="0"/>
              <a:t> 3 to give a bright yellow precipitate</a:t>
            </a:r>
            <a:r>
              <a:rPr lang="lv-LV" dirty="0"/>
              <a:t> </a:t>
            </a:r>
            <a:r>
              <a:rPr lang="en-US" dirty="0"/>
              <a:t>of As 2 S 3 . The time it takes the precipitate to</a:t>
            </a:r>
            <a:r>
              <a:rPr lang="lv-LV" dirty="0"/>
              <a:t> </a:t>
            </a:r>
            <a:r>
              <a:rPr lang="en-US" dirty="0"/>
              <a:t>form depends on the decomposition rate</a:t>
            </a:r>
            <a:r>
              <a:rPr lang="lv-LV" dirty="0"/>
              <a:t> </a:t>
            </a:r>
            <a:r>
              <a:rPr lang="en-US" dirty="0"/>
              <a:t>of Na 2 S 2 O 3 . (C) Note that the precipitate</a:t>
            </a:r>
            <a:r>
              <a:rPr lang="lv-LV" dirty="0"/>
              <a:t> </a:t>
            </a:r>
            <a:r>
              <a:rPr lang="en-US" dirty="0"/>
              <a:t>forms more slowly in the solution of lower</a:t>
            </a:r>
            <a:r>
              <a:rPr lang="lv-LV" dirty="0"/>
              <a:t> </a:t>
            </a:r>
            <a:r>
              <a:rPr lang="en-US" dirty="0"/>
              <a:t>concentrations (the beaker on the right).</a:t>
            </a:r>
            <a:endParaRPr lang="lv-LV" dirty="0"/>
          </a:p>
        </p:txBody>
      </p:sp>
      <p:sp>
        <p:nvSpPr>
          <p:cNvPr id="4" name="Slide Number Placeholder 3"/>
          <p:cNvSpPr>
            <a:spLocks noGrp="1"/>
          </p:cNvSpPr>
          <p:nvPr>
            <p:ph type="sldNum" sz="quarter" idx="5"/>
          </p:nvPr>
        </p:nvSpPr>
        <p:spPr/>
        <p:txBody>
          <a:bodyPr/>
          <a:lstStyle/>
          <a:p>
            <a:fld id="{9B8BA3FB-6A63-451D-B12E-A81E17D72475}" type="slidenum">
              <a:rPr lang="lv-LV" altLang="en-US" smtClean="0"/>
              <a:pPr/>
              <a:t>10</a:t>
            </a:fld>
            <a:endParaRPr lang="lv-LV" altLang="en-US"/>
          </a:p>
        </p:txBody>
      </p:sp>
    </p:spTree>
    <p:extLst>
      <p:ext uri="{BB962C8B-B14F-4D97-AF65-F5344CB8AC3E}">
        <p14:creationId xmlns:p14="http://schemas.microsoft.com/office/powerpoint/2010/main" val="3571679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12B6B681-BE6D-47EE-9F89-4BE881FD7167}"/>
              </a:ext>
            </a:extLst>
          </p:cNvPr>
          <p:cNvSpPr>
            <a:spLocks noGrp="1" noRot="1" noChangeAspect="1" noTextEdit="1"/>
          </p:cNvSpPr>
          <p:nvPr>
            <p:ph type="sldImg"/>
          </p:nvPr>
        </p:nvSpPr>
        <p:spPr>
          <a:xfrm>
            <a:off x="138113" y="768350"/>
            <a:ext cx="6823075" cy="3838575"/>
          </a:xfrm>
          <a:ln/>
        </p:spPr>
      </p:sp>
      <p:sp>
        <p:nvSpPr>
          <p:cNvPr id="43011" name="Notes Placeholder 2">
            <a:extLst>
              <a:ext uri="{FF2B5EF4-FFF2-40B4-BE49-F238E27FC236}">
                <a16:creationId xmlns:a16="http://schemas.microsoft.com/office/drawing/2014/main" id="{67F93199-33A0-4117-B9A0-703C9C0313DF}"/>
              </a:ext>
            </a:extLst>
          </p:cNvPr>
          <p:cNvSpPr>
            <a:spLocks noGrp="1"/>
          </p:cNvSpPr>
          <p:nvPr>
            <p:ph type="body" idx="1"/>
          </p:nvPr>
        </p:nvSpPr>
        <p:spPr>
          <a:noFill/>
        </p:spPr>
        <p:txBody>
          <a:bodyPr/>
          <a:lstStyle/>
          <a:p>
            <a:pPr eaLnBrk="1" hangingPunct="1">
              <a:spcBef>
                <a:spcPct val="0"/>
              </a:spcBef>
            </a:pPr>
            <a:r>
              <a:rPr lang="lv-LV" altLang="en-US">
                <a:latin typeface="Arial" panose="020B0604020202020204" pitchFamily="34" charset="0"/>
              </a:rPr>
              <a:t> Palielinot temperatūru, palielinās izejvielu enerģija.</a:t>
            </a:r>
          </a:p>
          <a:p>
            <a:pPr eaLnBrk="1" hangingPunct="1">
              <a:spcBef>
                <a:spcPct val="0"/>
              </a:spcBef>
            </a:pPr>
            <a:r>
              <a:rPr lang="lv-LV" altLang="en-US">
                <a:latin typeface="Arial" panose="020B0604020202020204" pitchFamily="34" charset="0"/>
              </a:rPr>
              <a:t> Jo sistēmā lielāka enerģija, jo izejvielas kustas ātrāk, rezultātā pieaug sadursmju biežums un reakcijas ātrums palielinās. </a:t>
            </a:r>
            <a:endParaRPr lang="en-US" altLang="en-US">
              <a:latin typeface="Arial" panose="020B0604020202020204" pitchFamily="34" charset="0"/>
            </a:endParaRPr>
          </a:p>
          <a:p>
            <a:endParaRPr lang="lv-LV" altLang="lv-LV">
              <a:latin typeface="Arial" panose="020B0604020202020204" pitchFamily="34" charset="0"/>
            </a:endParaRPr>
          </a:p>
        </p:txBody>
      </p:sp>
      <p:sp>
        <p:nvSpPr>
          <p:cNvPr id="43012" name="Slide Number Placeholder 3">
            <a:extLst>
              <a:ext uri="{FF2B5EF4-FFF2-40B4-BE49-F238E27FC236}">
                <a16:creationId xmlns:a16="http://schemas.microsoft.com/office/drawing/2014/main" id="{8507BF16-A15B-4567-A56E-396D74490676}"/>
              </a:ext>
            </a:extLst>
          </p:cNvPr>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633B9DD-F935-4282-B8F9-AEF0CBA2AED8}" type="slidenum">
              <a:rPr lang="lv-LV" altLang="en-US"/>
              <a:pPr/>
              <a:t>14</a:t>
            </a:fld>
            <a:endParaRPr lang="lv-LV"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12B6B681-BE6D-47EE-9F89-4BE881FD7167}"/>
              </a:ext>
            </a:extLst>
          </p:cNvPr>
          <p:cNvSpPr>
            <a:spLocks noGrp="1" noRot="1" noChangeAspect="1" noTextEdit="1"/>
          </p:cNvSpPr>
          <p:nvPr>
            <p:ph type="sldImg"/>
          </p:nvPr>
        </p:nvSpPr>
        <p:spPr>
          <a:xfrm>
            <a:off x="138113" y="768350"/>
            <a:ext cx="6823075" cy="3838575"/>
          </a:xfrm>
          <a:ln/>
        </p:spPr>
      </p:sp>
      <p:sp>
        <p:nvSpPr>
          <p:cNvPr id="43011" name="Notes Placeholder 2">
            <a:extLst>
              <a:ext uri="{FF2B5EF4-FFF2-40B4-BE49-F238E27FC236}">
                <a16:creationId xmlns:a16="http://schemas.microsoft.com/office/drawing/2014/main" id="{67F93199-33A0-4117-B9A0-703C9C0313DF}"/>
              </a:ext>
            </a:extLst>
          </p:cNvPr>
          <p:cNvSpPr>
            <a:spLocks noGrp="1"/>
          </p:cNvSpPr>
          <p:nvPr>
            <p:ph type="body" idx="1"/>
          </p:nvPr>
        </p:nvSpPr>
        <p:spPr>
          <a:noFill/>
        </p:spPr>
        <p:txBody>
          <a:bodyPr/>
          <a:lstStyle/>
          <a:p>
            <a:endParaRPr lang="lv-LV" altLang="lv-LV" dirty="0">
              <a:latin typeface="Arial" panose="020B0604020202020204" pitchFamily="34" charset="0"/>
            </a:endParaRPr>
          </a:p>
        </p:txBody>
      </p:sp>
      <p:sp>
        <p:nvSpPr>
          <p:cNvPr id="43012" name="Slide Number Placeholder 3">
            <a:extLst>
              <a:ext uri="{FF2B5EF4-FFF2-40B4-BE49-F238E27FC236}">
                <a16:creationId xmlns:a16="http://schemas.microsoft.com/office/drawing/2014/main" id="{8507BF16-A15B-4567-A56E-396D74490676}"/>
              </a:ext>
            </a:extLst>
          </p:cNvPr>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633B9DD-F935-4282-B8F9-AEF0CBA2AED8}" type="slidenum">
              <a:rPr lang="lv-LV" altLang="en-US"/>
              <a:pPr/>
              <a:t>15</a:t>
            </a:fld>
            <a:endParaRPr lang="lv-LV" altLang="en-US"/>
          </a:p>
        </p:txBody>
      </p:sp>
    </p:spTree>
    <p:extLst>
      <p:ext uri="{BB962C8B-B14F-4D97-AF65-F5344CB8AC3E}">
        <p14:creationId xmlns:p14="http://schemas.microsoft.com/office/powerpoint/2010/main" val="35911827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5A7A6219-C5CC-4E12-83F9-45E5E393D59E}"/>
              </a:ext>
            </a:extLst>
          </p:cNvPr>
          <p:cNvSpPr>
            <a:spLocks noGrp="1" noRot="1" noChangeAspect="1" noTextEdit="1"/>
          </p:cNvSpPr>
          <p:nvPr>
            <p:ph type="sldImg"/>
          </p:nvPr>
        </p:nvSpPr>
        <p:spPr>
          <a:xfrm>
            <a:off x="138113" y="768350"/>
            <a:ext cx="6823075" cy="3838575"/>
          </a:xfrm>
          <a:ln/>
        </p:spPr>
      </p:sp>
      <p:sp>
        <p:nvSpPr>
          <p:cNvPr id="35843" name="Notes Placeholder 2">
            <a:extLst>
              <a:ext uri="{FF2B5EF4-FFF2-40B4-BE49-F238E27FC236}">
                <a16:creationId xmlns:a16="http://schemas.microsoft.com/office/drawing/2014/main" id="{5586F6CA-0341-4229-87DC-9CB1B730A165}"/>
              </a:ext>
            </a:extLst>
          </p:cNvPr>
          <p:cNvSpPr>
            <a:spLocks noGrp="1"/>
          </p:cNvSpPr>
          <p:nvPr>
            <p:ph type="body" idx="1"/>
          </p:nvPr>
        </p:nvSpPr>
        <p:spPr>
          <a:noFill/>
        </p:spPr>
        <p:txBody>
          <a:bodyPr/>
          <a:lstStyle/>
          <a:p>
            <a:r>
              <a:rPr lang="en-GB" altLang="en-US" dirty="0">
                <a:latin typeface="Arial" panose="020B0604020202020204" pitchFamily="34" charset="0"/>
              </a:rPr>
              <a:t>Increase </a:t>
            </a:r>
            <a:r>
              <a:rPr lang="en-GB" altLang="en-US" dirty="0" err="1">
                <a:latin typeface="Arial" panose="020B0604020202020204" pitchFamily="34" charset="0"/>
              </a:rPr>
              <a:t>Ea</a:t>
            </a:r>
            <a:r>
              <a:rPr lang="en-GB" altLang="en-US" dirty="0">
                <a:latin typeface="Arial" panose="020B0604020202020204" pitchFamily="34" charset="0"/>
              </a:rPr>
              <a:t> : decrease </a:t>
            </a:r>
            <a:r>
              <a:rPr lang="en-GB" altLang="en-US" i="1" dirty="0">
                <a:latin typeface="Arial" panose="020B0604020202020204" pitchFamily="34" charset="0"/>
              </a:rPr>
              <a:t>k</a:t>
            </a:r>
          </a:p>
          <a:p>
            <a:r>
              <a:rPr lang="en-GB" altLang="en-US" dirty="0">
                <a:latin typeface="Arial" panose="020B0604020202020204" pitchFamily="34" charset="0"/>
              </a:rPr>
              <a:t>Increase T : increase </a:t>
            </a:r>
            <a:r>
              <a:rPr lang="en-GB" altLang="en-US" i="1" dirty="0">
                <a:latin typeface="Arial" panose="020B0604020202020204" pitchFamily="34" charset="0"/>
              </a:rPr>
              <a:t>k</a:t>
            </a:r>
            <a:endParaRPr lang="lv-LV" altLang="en-US" i="1" dirty="0">
              <a:latin typeface="Arial" panose="020B0604020202020204" pitchFamily="34" charset="0"/>
            </a:endParaRPr>
          </a:p>
          <a:p>
            <a:r>
              <a:rPr lang="lv-LV" altLang="en-US" dirty="0">
                <a:latin typeface="Arial" panose="020B0604020202020204" pitchFamily="34" charset="0"/>
              </a:rPr>
              <a:t>Lai ķīmiskā reakcija varētu norisināties, reaģējošo vielu molekulām ir savā starpā jāsaduras, tomēr tas nav pietiekams nosacījums, jo molekulu </a:t>
            </a:r>
            <a:r>
              <a:rPr lang="lv-LV" altLang="en-US" dirty="0">
                <a:latin typeface="Arial" panose="020B0604020202020204" pitchFamily="34" charset="0"/>
                <a:hlinkClick r:id="rId3" tooltip="Elektrons"/>
              </a:rPr>
              <a:t>elektronu</a:t>
            </a:r>
            <a:r>
              <a:rPr lang="lv-LV" altLang="en-US" dirty="0">
                <a:latin typeface="Arial" panose="020B0604020202020204" pitchFamily="34" charset="0"/>
              </a:rPr>
              <a:t> apvalki savā starpā atgrūžas. Tādēļ molekulām jābūt pietiekamai enerģijai (tām jākustas pietiekami ātri), lai atgrūšanos varētu pārvarēt un satuvināt molekulas tik tuvu, ka sāktos elektronu sadalījuma pārgrupēšanās un jaunu </a:t>
            </a:r>
            <a:r>
              <a:rPr lang="lv-LV" altLang="en-US" dirty="0">
                <a:latin typeface="Arial" panose="020B0604020202020204" pitchFamily="34" charset="0"/>
                <a:hlinkClick r:id="rId4" tooltip="Ķīmiskā saite"/>
              </a:rPr>
              <a:t>ķīmisko saišu</a:t>
            </a:r>
            <a:r>
              <a:rPr lang="lv-LV" altLang="en-US" dirty="0">
                <a:latin typeface="Arial" panose="020B0604020202020204" pitchFamily="34" charset="0"/>
              </a:rPr>
              <a:t> veidošanās. Šo nepieciešamo enerģijas daudzumu sauc arī par </a:t>
            </a:r>
            <a:r>
              <a:rPr lang="lv-LV" altLang="en-US" b="1" dirty="0">
                <a:latin typeface="Arial" panose="020B0604020202020204" pitchFamily="34" charset="0"/>
              </a:rPr>
              <a:t>enerģētisko barjeru</a:t>
            </a:r>
            <a:r>
              <a:rPr lang="lv-LV" altLang="en-US" dirty="0">
                <a:latin typeface="Arial" panose="020B0604020202020204" pitchFamily="34" charset="0"/>
              </a:rPr>
              <a:t>, bet daļiņas (molekulas), kam piemīt tāda enerģija, kas ļauj pārvarēt enerģētisko barjeru — par </a:t>
            </a:r>
            <a:r>
              <a:rPr lang="lv-LV" altLang="en-US" b="1" dirty="0">
                <a:latin typeface="Arial" panose="020B0604020202020204" pitchFamily="34" charset="0"/>
              </a:rPr>
              <a:t>aktīvām daļiņām</a:t>
            </a:r>
            <a:r>
              <a:rPr lang="lv-LV" altLang="en-US" dirty="0">
                <a:latin typeface="Arial" panose="020B0604020202020204" pitchFamily="34" charset="0"/>
              </a:rPr>
              <a:t>. Reakcijas produktu kopējais enerģijas līmenis parasti ir atšķirīgs no izejvielu enerģijas un to sauc par reakcijas </a:t>
            </a:r>
            <a:r>
              <a:rPr lang="lv-LV" altLang="en-US" dirty="0" err="1">
                <a:latin typeface="Arial" panose="020B0604020202020204" pitchFamily="34" charset="0"/>
                <a:hlinkClick r:id="rId5" tooltip="Siltumefekts (vēl nav uzrakstīts)"/>
              </a:rPr>
              <a:t>siltumefektu</a:t>
            </a:r>
            <a:r>
              <a:rPr lang="lv-LV" altLang="en-US" dirty="0">
                <a:latin typeface="Arial" panose="020B0604020202020204" pitchFamily="34" charset="0"/>
              </a:rPr>
              <a:t>. Eksotermiskām reakcijām (tādām reakcijām, kuru norises gaitā izdalās papildus enerģija) </a:t>
            </a:r>
            <a:r>
              <a:rPr lang="lv-LV" altLang="en-US" dirty="0" err="1">
                <a:latin typeface="Arial" panose="020B0604020202020204" pitchFamily="34" charset="0"/>
              </a:rPr>
              <a:t>siltumefekts</a:t>
            </a:r>
            <a:r>
              <a:rPr lang="lv-LV" altLang="en-US" dirty="0">
                <a:latin typeface="Arial" panose="020B0604020202020204" pitchFamily="34" charset="0"/>
              </a:rPr>
              <a:t> ir pozitīvs.</a:t>
            </a:r>
            <a:endParaRPr lang="en-GB" altLang="en-US" dirty="0">
              <a:latin typeface="Arial" panose="020B0604020202020204" pitchFamily="34" charset="0"/>
            </a:endParaRPr>
          </a:p>
        </p:txBody>
      </p:sp>
      <p:sp>
        <p:nvSpPr>
          <p:cNvPr id="35844" name="Slide Number Placeholder 3">
            <a:extLst>
              <a:ext uri="{FF2B5EF4-FFF2-40B4-BE49-F238E27FC236}">
                <a16:creationId xmlns:a16="http://schemas.microsoft.com/office/drawing/2014/main" id="{4C61A441-D48E-487A-8D17-55D3472EBC37}"/>
              </a:ext>
            </a:extLst>
          </p:cNvPr>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A68BE4D-A03D-4E0B-B09C-91738C3FE177}" type="slidenum">
              <a:rPr lang="lv-LV" altLang="en-US"/>
              <a:pPr/>
              <a:t>16</a:t>
            </a:fld>
            <a:endParaRPr lang="lv-LV" altLang="en-US"/>
          </a:p>
        </p:txBody>
      </p:sp>
    </p:spTree>
    <p:extLst>
      <p:ext uri="{BB962C8B-B14F-4D97-AF65-F5344CB8AC3E}">
        <p14:creationId xmlns:p14="http://schemas.microsoft.com/office/powerpoint/2010/main" val="2857099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50000"/>
              </a:spcBef>
            </a:pPr>
            <a:r>
              <a:rPr lang="lv-LV" altLang="en-US" dirty="0">
                <a:latin typeface="Arial" panose="020B0604020202020204" pitchFamily="34" charset="0"/>
              </a:rPr>
              <a:t>Dzīvajās šūnās sastopami ~ 3000 dažādu fermentu; katrs no tiem katalīzē specifisku reakciju, kurā substrāts tiek pārvērsts piemērotā produktā </a:t>
            </a:r>
          </a:p>
          <a:p>
            <a:pPr eaLnBrk="1" hangingPunct="1">
              <a:spcBef>
                <a:spcPct val="50000"/>
              </a:spcBef>
            </a:pPr>
            <a:r>
              <a:rPr lang="lv-LV" altLang="en-US" dirty="0">
                <a:latin typeface="Arial" panose="020B0604020202020204" pitchFamily="34" charset="0"/>
              </a:rPr>
              <a:t> Fermentu </a:t>
            </a:r>
            <a:r>
              <a:rPr lang="lv-LV" altLang="en-US" dirty="0" err="1">
                <a:latin typeface="Arial" panose="020B0604020202020204" pitchFamily="34" charset="0"/>
              </a:rPr>
              <a:t>katalizētās</a:t>
            </a:r>
            <a:r>
              <a:rPr lang="lv-LV" altLang="en-US" dirty="0">
                <a:latin typeface="Arial" panose="020B0604020202020204" pitchFamily="34" charset="0"/>
              </a:rPr>
              <a:t> reakcijas - homogēnās katalīzes piemērs, jo gan substrāts, gan enzīms, gan produkts atrodas ūdens šķīdumā. </a:t>
            </a:r>
          </a:p>
          <a:p>
            <a:endParaRPr lang="lv-LV" dirty="0"/>
          </a:p>
        </p:txBody>
      </p:sp>
      <p:sp>
        <p:nvSpPr>
          <p:cNvPr id="4" name="Slide Number Placeholder 3"/>
          <p:cNvSpPr>
            <a:spLocks noGrp="1"/>
          </p:cNvSpPr>
          <p:nvPr>
            <p:ph type="sldNum" sz="quarter" idx="5"/>
          </p:nvPr>
        </p:nvSpPr>
        <p:spPr/>
        <p:txBody>
          <a:bodyPr/>
          <a:lstStyle/>
          <a:p>
            <a:fld id="{9B8BA3FB-6A63-451D-B12E-A81E17D72475}" type="slidenum">
              <a:rPr lang="lv-LV" altLang="en-US" smtClean="0"/>
              <a:pPr/>
              <a:t>20</a:t>
            </a:fld>
            <a:endParaRPr lang="lv-LV" altLang="en-US"/>
          </a:p>
        </p:txBody>
      </p:sp>
    </p:spTree>
    <p:extLst>
      <p:ext uri="{BB962C8B-B14F-4D97-AF65-F5344CB8AC3E}">
        <p14:creationId xmlns:p14="http://schemas.microsoft.com/office/powerpoint/2010/main" val="2870376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aida attēla vietturis 1">
            <a:extLst>
              <a:ext uri="{FF2B5EF4-FFF2-40B4-BE49-F238E27FC236}">
                <a16:creationId xmlns:a16="http://schemas.microsoft.com/office/drawing/2014/main" id="{E8E7C68B-6391-4F61-89F9-1E3551183F77}"/>
              </a:ext>
            </a:extLst>
          </p:cNvPr>
          <p:cNvSpPr>
            <a:spLocks noGrp="1" noRot="1" noChangeAspect="1" noTextEdit="1"/>
          </p:cNvSpPr>
          <p:nvPr>
            <p:ph type="sldImg"/>
          </p:nvPr>
        </p:nvSpPr>
        <p:spPr>
          <a:xfrm>
            <a:off x="138113" y="768350"/>
            <a:ext cx="6823075" cy="3838575"/>
          </a:xfrm>
          <a:ln/>
        </p:spPr>
      </p:sp>
      <p:sp>
        <p:nvSpPr>
          <p:cNvPr id="49155" name="Piezīmju vietturis 2">
            <a:extLst>
              <a:ext uri="{FF2B5EF4-FFF2-40B4-BE49-F238E27FC236}">
                <a16:creationId xmlns:a16="http://schemas.microsoft.com/office/drawing/2014/main" id="{8AC9D31D-D19B-4CF9-BB24-EC240D33EE35}"/>
              </a:ext>
            </a:extLst>
          </p:cNvPr>
          <p:cNvSpPr>
            <a:spLocks noGrp="1"/>
          </p:cNvSpPr>
          <p:nvPr>
            <p:ph type="body" idx="1"/>
          </p:nvPr>
        </p:nvSpPr>
        <p:spPr>
          <a:noFill/>
        </p:spPr>
        <p:txBody>
          <a:bodyPr/>
          <a:lstStyle/>
          <a:p>
            <a:pPr eaLnBrk="1" hangingPunct="1"/>
            <a:r>
              <a:rPr lang="en-GB" altLang="en-US">
                <a:latin typeface="Arial" panose="020B0604020202020204" pitchFamily="34" charset="0"/>
              </a:rPr>
              <a:t> The enzyme in this lab is called </a:t>
            </a:r>
            <a:r>
              <a:rPr lang="en-GB" altLang="en-US" i="1">
                <a:latin typeface="Arial" panose="020B0604020202020204" pitchFamily="34" charset="0"/>
              </a:rPr>
              <a:t>catalase </a:t>
            </a:r>
            <a:r>
              <a:rPr lang="en-GB" altLang="en-US">
                <a:latin typeface="Arial" panose="020B0604020202020204" pitchFamily="34" charset="0"/>
              </a:rPr>
              <a:t>which is also found in human skin tissue. Its job is to break down its substrate, hydrogen peroxide (H2O2), which is a naturally-occurring poison. The decomposition reaction catalyzed by the enzyme catalase is </a:t>
            </a:r>
          </a:p>
          <a:p>
            <a:pPr eaLnBrk="1" hangingPunct="1"/>
            <a:r>
              <a:rPr lang="en-GB" altLang="en-US" b="1">
                <a:latin typeface="Arial" panose="020B0604020202020204" pitchFamily="34" charset="0"/>
              </a:rPr>
              <a:t>2H2O2 2H2O + O2 </a:t>
            </a:r>
            <a:endParaRPr lang="en-GB" altLang="en-US">
              <a:latin typeface="Arial" panose="020B0604020202020204" pitchFamily="34" charset="0"/>
            </a:endParaRPr>
          </a:p>
          <a:p>
            <a:pPr eaLnBrk="1" hangingPunct="1"/>
            <a:r>
              <a:rPr lang="en-GB" altLang="en-US">
                <a:latin typeface="Arial" panose="020B0604020202020204" pitchFamily="34" charset="0"/>
              </a:rPr>
              <a:t>In this reaction, hydrogen peroxide breaks down into water and oxygen. In this experiment, you will be reacting catalase in varying concentrations of potato extract with hydrogen peroxide. The purpose is to discover how the concentration of the enzyme (catalase) affects the rate of reaction with an unchanging amount of substrate (H2O2). </a:t>
            </a:r>
          </a:p>
        </p:txBody>
      </p:sp>
      <p:sp>
        <p:nvSpPr>
          <p:cNvPr id="49156" name="Slaida numura vietturis 3">
            <a:extLst>
              <a:ext uri="{FF2B5EF4-FFF2-40B4-BE49-F238E27FC236}">
                <a16:creationId xmlns:a16="http://schemas.microsoft.com/office/drawing/2014/main" id="{C5377669-060B-4320-A86B-9D88BE22EBCE}"/>
              </a:ext>
            </a:extLst>
          </p:cNvPr>
          <p:cNvSpPr>
            <a:spLocks noGrp="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205765-34D3-4432-BD74-E0B5167A7075}" type="slidenum">
              <a:rPr lang="lv-LV" altLang="en-US"/>
              <a:pPr>
                <a:spcBef>
                  <a:spcPct val="0"/>
                </a:spcBef>
              </a:pPr>
              <a:t>21</a:t>
            </a:fld>
            <a:endParaRPr lang="lv-LV"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v-LV" dirty="0"/>
          </a:p>
        </p:txBody>
      </p:sp>
      <p:sp>
        <p:nvSpPr>
          <p:cNvPr id="4" name="Slide Number Placeholder 3"/>
          <p:cNvSpPr>
            <a:spLocks noGrp="1"/>
          </p:cNvSpPr>
          <p:nvPr>
            <p:ph type="sldNum" sz="quarter" idx="5"/>
          </p:nvPr>
        </p:nvSpPr>
        <p:spPr/>
        <p:txBody>
          <a:bodyPr/>
          <a:lstStyle/>
          <a:p>
            <a:fld id="{9B8BA3FB-6A63-451D-B12E-A81E17D72475}" type="slidenum">
              <a:rPr lang="lv-LV" altLang="en-US" smtClean="0"/>
              <a:pPr/>
              <a:t>22</a:t>
            </a:fld>
            <a:endParaRPr lang="lv-LV" altLang="en-US"/>
          </a:p>
        </p:txBody>
      </p:sp>
    </p:spTree>
    <p:extLst>
      <p:ext uri="{BB962C8B-B14F-4D97-AF65-F5344CB8AC3E}">
        <p14:creationId xmlns:p14="http://schemas.microsoft.com/office/powerpoint/2010/main" val="2719764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Virsraksta slaids">
    <p:spTree>
      <p:nvGrpSpPr>
        <p:cNvPr id="1" name=""/>
        <p:cNvGrpSpPr/>
        <p:nvPr/>
      </p:nvGrpSpPr>
      <p:grpSpPr>
        <a:xfrm>
          <a:off x="0" y="0"/>
          <a:ext cx="0" cy="0"/>
          <a:chOff x="0" y="0"/>
          <a:chExt cx="0" cy="0"/>
        </a:xfrm>
      </p:grpSpPr>
      <p:sp>
        <p:nvSpPr>
          <p:cNvPr id="2" name="Virsraksts 1"/>
          <p:cNvSpPr>
            <a:spLocks noGrp="1"/>
          </p:cNvSpPr>
          <p:nvPr>
            <p:ph type="ctrTitle"/>
          </p:nvPr>
        </p:nvSpPr>
        <p:spPr>
          <a:xfrm>
            <a:off x="914400" y="2130426"/>
            <a:ext cx="10363200" cy="1470025"/>
          </a:xfrm>
        </p:spPr>
        <p:txBody>
          <a:bodyPr/>
          <a:lstStyle/>
          <a:p>
            <a:r>
              <a:rPr lang="lv-LV"/>
              <a:t>Rediģēt šablona virsraksta stilu</a:t>
            </a:r>
            <a:endParaRPr lang="en-GB"/>
          </a:p>
        </p:txBody>
      </p:sp>
      <p:sp>
        <p:nvSpPr>
          <p:cNvPr id="3" name="Apakšvirsraksts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lv-LV"/>
              <a:t>Rediģēt šablona apakšvirsraksta stilu</a:t>
            </a:r>
            <a:endParaRPr lang="en-GB"/>
          </a:p>
        </p:txBody>
      </p:sp>
      <p:sp>
        <p:nvSpPr>
          <p:cNvPr id="4" name="Rectangle 4">
            <a:extLst>
              <a:ext uri="{FF2B5EF4-FFF2-40B4-BE49-F238E27FC236}">
                <a16:creationId xmlns:a16="http://schemas.microsoft.com/office/drawing/2014/main" id="{978FBBC7-27BB-45CA-A4B9-2F37EE73C6DA}"/>
              </a:ext>
            </a:extLst>
          </p:cNvPr>
          <p:cNvSpPr>
            <a:spLocks noGrp="1" noChangeArrowheads="1"/>
          </p:cNvSpPr>
          <p:nvPr>
            <p:ph type="dt" sz="half" idx="10"/>
          </p:nvPr>
        </p:nvSpPr>
        <p:spPr>
          <a:ln/>
        </p:spPr>
        <p:txBody>
          <a:bodyPr/>
          <a:lstStyle>
            <a:lvl1pPr>
              <a:defRPr/>
            </a:lvl1pPr>
          </a:lstStyle>
          <a:p>
            <a:pPr>
              <a:defRPr/>
            </a:pPr>
            <a:fld id="{318985C2-2071-48AA-AA86-CDD5C562A6CE}" type="datetime1">
              <a:rPr lang="lv-LV"/>
              <a:pPr>
                <a:defRPr/>
              </a:pPr>
              <a:t>20.01.2026</a:t>
            </a:fld>
            <a:endParaRPr lang="lv-LV"/>
          </a:p>
        </p:txBody>
      </p:sp>
      <p:sp>
        <p:nvSpPr>
          <p:cNvPr id="5" name="Rectangle 5">
            <a:extLst>
              <a:ext uri="{FF2B5EF4-FFF2-40B4-BE49-F238E27FC236}">
                <a16:creationId xmlns:a16="http://schemas.microsoft.com/office/drawing/2014/main" id="{F131701B-027E-4AEB-A5D7-641EFE5E803A}"/>
              </a:ext>
            </a:extLst>
          </p:cNvPr>
          <p:cNvSpPr>
            <a:spLocks noGrp="1" noChangeArrowheads="1"/>
          </p:cNvSpPr>
          <p:nvPr>
            <p:ph type="ftr" sz="quarter" idx="11"/>
          </p:nvPr>
        </p:nvSpPr>
        <p:spPr>
          <a:ln/>
        </p:spPr>
        <p:txBody>
          <a:bodyPr/>
          <a:lstStyle>
            <a:lvl1pPr>
              <a:defRPr/>
            </a:lvl1pPr>
          </a:lstStyle>
          <a:p>
            <a:pPr>
              <a:defRPr/>
            </a:pPr>
            <a:endParaRPr lang="lv-LV"/>
          </a:p>
        </p:txBody>
      </p:sp>
      <p:sp>
        <p:nvSpPr>
          <p:cNvPr id="6" name="Rectangle 6">
            <a:extLst>
              <a:ext uri="{FF2B5EF4-FFF2-40B4-BE49-F238E27FC236}">
                <a16:creationId xmlns:a16="http://schemas.microsoft.com/office/drawing/2014/main" id="{A967541D-2694-46A1-B88B-49B66B807264}"/>
              </a:ext>
            </a:extLst>
          </p:cNvPr>
          <p:cNvSpPr>
            <a:spLocks noGrp="1" noChangeArrowheads="1"/>
          </p:cNvSpPr>
          <p:nvPr>
            <p:ph type="sldNum" sz="quarter" idx="12"/>
          </p:nvPr>
        </p:nvSpPr>
        <p:spPr>
          <a:ln/>
        </p:spPr>
        <p:txBody>
          <a:bodyPr/>
          <a:lstStyle>
            <a:lvl1pPr>
              <a:defRPr/>
            </a:lvl1pPr>
          </a:lstStyle>
          <a:p>
            <a:fld id="{B6A1C77E-6655-4A9A-9140-9B57A936F70B}" type="slidenum">
              <a:rPr lang="lv-LV" altLang="en-US"/>
              <a:pPr/>
              <a:t>‹#›</a:t>
            </a:fld>
            <a:endParaRPr lang="lv-LV" altLang="en-US"/>
          </a:p>
        </p:txBody>
      </p:sp>
    </p:spTree>
    <p:extLst>
      <p:ext uri="{BB962C8B-B14F-4D97-AF65-F5344CB8AC3E}">
        <p14:creationId xmlns:p14="http://schemas.microsoft.com/office/powerpoint/2010/main" val="762481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Virsraksts un saturs">
    <p:spTree>
      <p:nvGrpSpPr>
        <p:cNvPr id="1" name=""/>
        <p:cNvGrpSpPr/>
        <p:nvPr/>
      </p:nvGrpSpPr>
      <p:grpSpPr>
        <a:xfrm>
          <a:off x="0" y="0"/>
          <a:ext cx="0" cy="0"/>
          <a:chOff x="0" y="0"/>
          <a:chExt cx="0" cy="0"/>
        </a:xfrm>
      </p:grpSpPr>
      <p:sp>
        <p:nvSpPr>
          <p:cNvPr id="2" name="Virsraksts 1"/>
          <p:cNvSpPr>
            <a:spLocks noGrp="1"/>
          </p:cNvSpPr>
          <p:nvPr>
            <p:ph type="title"/>
          </p:nvPr>
        </p:nvSpPr>
        <p:spPr/>
        <p:txBody>
          <a:bodyPr/>
          <a:lstStyle/>
          <a:p>
            <a:r>
              <a:rPr lang="lv-LV"/>
              <a:t>Rediģēt šablona virsraksta stilu</a:t>
            </a:r>
            <a:endParaRPr lang="en-GB"/>
          </a:p>
        </p:txBody>
      </p:sp>
      <p:sp>
        <p:nvSpPr>
          <p:cNvPr id="3" name="Satura vietturis 2"/>
          <p:cNvSpPr>
            <a:spLocks noGrp="1"/>
          </p:cNvSpPr>
          <p:nvPr>
            <p:ph idx="1"/>
          </p:nvPr>
        </p:nvSpPr>
        <p:spPr/>
        <p:txBody>
          <a:bodyPr/>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4" name="Rectangle 4">
            <a:extLst>
              <a:ext uri="{FF2B5EF4-FFF2-40B4-BE49-F238E27FC236}">
                <a16:creationId xmlns:a16="http://schemas.microsoft.com/office/drawing/2014/main" id="{FAEB9F2F-EC3E-4C20-A468-A6CF5C67B53D}"/>
              </a:ext>
            </a:extLst>
          </p:cNvPr>
          <p:cNvSpPr>
            <a:spLocks noGrp="1" noChangeArrowheads="1"/>
          </p:cNvSpPr>
          <p:nvPr>
            <p:ph type="dt" sz="half" idx="10"/>
          </p:nvPr>
        </p:nvSpPr>
        <p:spPr>
          <a:ln/>
        </p:spPr>
        <p:txBody>
          <a:bodyPr/>
          <a:lstStyle>
            <a:lvl1pPr>
              <a:defRPr/>
            </a:lvl1pPr>
          </a:lstStyle>
          <a:p>
            <a:pPr>
              <a:defRPr/>
            </a:pPr>
            <a:fld id="{AD50BE7E-4E5F-4EFA-9305-4540066EB050}" type="datetime1">
              <a:rPr lang="lv-LV"/>
              <a:pPr>
                <a:defRPr/>
              </a:pPr>
              <a:t>20.01.2026</a:t>
            </a:fld>
            <a:endParaRPr lang="lv-LV"/>
          </a:p>
        </p:txBody>
      </p:sp>
      <p:sp>
        <p:nvSpPr>
          <p:cNvPr id="5" name="Rectangle 5">
            <a:extLst>
              <a:ext uri="{FF2B5EF4-FFF2-40B4-BE49-F238E27FC236}">
                <a16:creationId xmlns:a16="http://schemas.microsoft.com/office/drawing/2014/main" id="{9C7890E5-E1FD-4B4F-B7F5-2CEBD32ABDC1}"/>
              </a:ext>
            </a:extLst>
          </p:cNvPr>
          <p:cNvSpPr>
            <a:spLocks noGrp="1" noChangeArrowheads="1"/>
          </p:cNvSpPr>
          <p:nvPr>
            <p:ph type="ftr" sz="quarter" idx="11"/>
          </p:nvPr>
        </p:nvSpPr>
        <p:spPr>
          <a:ln/>
        </p:spPr>
        <p:txBody>
          <a:bodyPr/>
          <a:lstStyle>
            <a:lvl1pPr>
              <a:defRPr/>
            </a:lvl1pPr>
          </a:lstStyle>
          <a:p>
            <a:pPr>
              <a:defRPr/>
            </a:pPr>
            <a:endParaRPr lang="lv-LV"/>
          </a:p>
        </p:txBody>
      </p:sp>
      <p:sp>
        <p:nvSpPr>
          <p:cNvPr id="6" name="Rectangle 6">
            <a:extLst>
              <a:ext uri="{FF2B5EF4-FFF2-40B4-BE49-F238E27FC236}">
                <a16:creationId xmlns:a16="http://schemas.microsoft.com/office/drawing/2014/main" id="{44304571-9AE3-4B07-B2E1-FE70D87BD211}"/>
              </a:ext>
            </a:extLst>
          </p:cNvPr>
          <p:cNvSpPr>
            <a:spLocks noGrp="1" noChangeArrowheads="1"/>
          </p:cNvSpPr>
          <p:nvPr>
            <p:ph type="sldNum" sz="quarter" idx="12"/>
          </p:nvPr>
        </p:nvSpPr>
        <p:spPr>
          <a:ln/>
        </p:spPr>
        <p:txBody>
          <a:bodyPr/>
          <a:lstStyle>
            <a:lvl1pPr>
              <a:defRPr/>
            </a:lvl1pPr>
          </a:lstStyle>
          <a:p>
            <a:fld id="{D3F750E3-4BAF-4FE4-BFA1-500D020F180D}" type="slidenum">
              <a:rPr lang="lv-LV" altLang="en-US"/>
              <a:pPr/>
              <a:t>‹#›</a:t>
            </a:fld>
            <a:endParaRPr lang="lv-LV" altLang="en-US"/>
          </a:p>
        </p:txBody>
      </p:sp>
    </p:spTree>
    <p:extLst>
      <p:ext uri="{BB962C8B-B14F-4D97-AF65-F5344CB8AC3E}">
        <p14:creationId xmlns:p14="http://schemas.microsoft.com/office/powerpoint/2010/main" val="572495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adaļas galvene">
    <p:spTree>
      <p:nvGrpSpPr>
        <p:cNvPr id="1" name=""/>
        <p:cNvGrpSpPr/>
        <p:nvPr/>
      </p:nvGrpSpPr>
      <p:grpSpPr>
        <a:xfrm>
          <a:off x="0" y="0"/>
          <a:ext cx="0" cy="0"/>
          <a:chOff x="0" y="0"/>
          <a:chExt cx="0" cy="0"/>
        </a:xfrm>
      </p:grpSpPr>
      <p:sp>
        <p:nvSpPr>
          <p:cNvPr id="2" name="Virsraksts 1"/>
          <p:cNvSpPr>
            <a:spLocks noGrp="1"/>
          </p:cNvSpPr>
          <p:nvPr>
            <p:ph type="title"/>
          </p:nvPr>
        </p:nvSpPr>
        <p:spPr>
          <a:xfrm>
            <a:off x="963084" y="4406901"/>
            <a:ext cx="10363200" cy="1362075"/>
          </a:xfrm>
        </p:spPr>
        <p:txBody>
          <a:bodyPr anchor="t"/>
          <a:lstStyle>
            <a:lvl1pPr algn="l">
              <a:defRPr sz="4000" b="1" cap="all"/>
            </a:lvl1pPr>
          </a:lstStyle>
          <a:p>
            <a:r>
              <a:rPr lang="lv-LV"/>
              <a:t>Rediģēt šablona virsraksta stilu</a:t>
            </a:r>
            <a:endParaRPr lang="en-GB"/>
          </a:p>
        </p:txBody>
      </p:sp>
      <p:sp>
        <p:nvSpPr>
          <p:cNvPr id="3" name="Teksta vietturis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lv-LV"/>
              <a:t>Rediģēt šablona teksta stilus</a:t>
            </a:r>
          </a:p>
        </p:txBody>
      </p:sp>
      <p:sp>
        <p:nvSpPr>
          <p:cNvPr id="4" name="Rectangle 4">
            <a:extLst>
              <a:ext uri="{FF2B5EF4-FFF2-40B4-BE49-F238E27FC236}">
                <a16:creationId xmlns:a16="http://schemas.microsoft.com/office/drawing/2014/main" id="{FD8C5BD1-F4D5-497A-9704-6D21E8C979A0}"/>
              </a:ext>
            </a:extLst>
          </p:cNvPr>
          <p:cNvSpPr>
            <a:spLocks noGrp="1" noChangeArrowheads="1"/>
          </p:cNvSpPr>
          <p:nvPr>
            <p:ph type="dt" sz="half" idx="10"/>
          </p:nvPr>
        </p:nvSpPr>
        <p:spPr>
          <a:ln/>
        </p:spPr>
        <p:txBody>
          <a:bodyPr/>
          <a:lstStyle>
            <a:lvl1pPr>
              <a:defRPr/>
            </a:lvl1pPr>
          </a:lstStyle>
          <a:p>
            <a:pPr>
              <a:defRPr/>
            </a:pPr>
            <a:fld id="{019E98FF-E0EA-4171-9DCF-ABBCC5BBF8C8}" type="datetime1">
              <a:rPr lang="lv-LV"/>
              <a:pPr>
                <a:defRPr/>
              </a:pPr>
              <a:t>20.01.2026</a:t>
            </a:fld>
            <a:endParaRPr lang="lv-LV"/>
          </a:p>
        </p:txBody>
      </p:sp>
      <p:sp>
        <p:nvSpPr>
          <p:cNvPr id="5" name="Rectangle 5">
            <a:extLst>
              <a:ext uri="{FF2B5EF4-FFF2-40B4-BE49-F238E27FC236}">
                <a16:creationId xmlns:a16="http://schemas.microsoft.com/office/drawing/2014/main" id="{C1A520AD-78D7-4DB5-B0EE-9BB7888995A3}"/>
              </a:ext>
            </a:extLst>
          </p:cNvPr>
          <p:cNvSpPr>
            <a:spLocks noGrp="1" noChangeArrowheads="1"/>
          </p:cNvSpPr>
          <p:nvPr>
            <p:ph type="ftr" sz="quarter" idx="11"/>
          </p:nvPr>
        </p:nvSpPr>
        <p:spPr>
          <a:ln/>
        </p:spPr>
        <p:txBody>
          <a:bodyPr/>
          <a:lstStyle>
            <a:lvl1pPr>
              <a:defRPr/>
            </a:lvl1pPr>
          </a:lstStyle>
          <a:p>
            <a:pPr>
              <a:defRPr/>
            </a:pPr>
            <a:endParaRPr lang="lv-LV"/>
          </a:p>
        </p:txBody>
      </p:sp>
      <p:sp>
        <p:nvSpPr>
          <p:cNvPr id="6" name="Rectangle 6">
            <a:extLst>
              <a:ext uri="{FF2B5EF4-FFF2-40B4-BE49-F238E27FC236}">
                <a16:creationId xmlns:a16="http://schemas.microsoft.com/office/drawing/2014/main" id="{612FC487-5C7A-4121-AD32-1D04F205CC73}"/>
              </a:ext>
            </a:extLst>
          </p:cNvPr>
          <p:cNvSpPr>
            <a:spLocks noGrp="1" noChangeArrowheads="1"/>
          </p:cNvSpPr>
          <p:nvPr>
            <p:ph type="sldNum" sz="quarter" idx="12"/>
          </p:nvPr>
        </p:nvSpPr>
        <p:spPr>
          <a:ln/>
        </p:spPr>
        <p:txBody>
          <a:bodyPr/>
          <a:lstStyle>
            <a:lvl1pPr>
              <a:defRPr/>
            </a:lvl1pPr>
          </a:lstStyle>
          <a:p>
            <a:fld id="{6B8A61F1-5757-4371-99CB-CA217619860A}" type="slidenum">
              <a:rPr lang="lv-LV" altLang="en-US"/>
              <a:pPr/>
              <a:t>‹#›</a:t>
            </a:fld>
            <a:endParaRPr lang="lv-LV" altLang="en-US"/>
          </a:p>
        </p:txBody>
      </p:sp>
    </p:spTree>
    <p:extLst>
      <p:ext uri="{BB962C8B-B14F-4D97-AF65-F5344CB8AC3E}">
        <p14:creationId xmlns:p14="http://schemas.microsoft.com/office/powerpoint/2010/main" val="2441623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ivi saturi">
    <p:spTree>
      <p:nvGrpSpPr>
        <p:cNvPr id="1" name=""/>
        <p:cNvGrpSpPr/>
        <p:nvPr/>
      </p:nvGrpSpPr>
      <p:grpSpPr>
        <a:xfrm>
          <a:off x="0" y="0"/>
          <a:ext cx="0" cy="0"/>
          <a:chOff x="0" y="0"/>
          <a:chExt cx="0" cy="0"/>
        </a:xfrm>
      </p:grpSpPr>
      <p:sp>
        <p:nvSpPr>
          <p:cNvPr id="2" name="Virsraksts 1"/>
          <p:cNvSpPr>
            <a:spLocks noGrp="1"/>
          </p:cNvSpPr>
          <p:nvPr>
            <p:ph type="title"/>
          </p:nvPr>
        </p:nvSpPr>
        <p:spPr/>
        <p:txBody>
          <a:bodyPr/>
          <a:lstStyle/>
          <a:p>
            <a:r>
              <a:rPr lang="lv-LV"/>
              <a:t>Rediģēt šablona virsraksta stilu</a:t>
            </a:r>
            <a:endParaRPr lang="en-GB"/>
          </a:p>
        </p:txBody>
      </p:sp>
      <p:sp>
        <p:nvSpPr>
          <p:cNvPr id="3" name="Satura vietturis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4" name="Satura vietturis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5" name="Rectangle 4">
            <a:extLst>
              <a:ext uri="{FF2B5EF4-FFF2-40B4-BE49-F238E27FC236}">
                <a16:creationId xmlns:a16="http://schemas.microsoft.com/office/drawing/2014/main" id="{E03AA1EC-BAB7-49F9-BCE7-6925125BDB29}"/>
              </a:ext>
            </a:extLst>
          </p:cNvPr>
          <p:cNvSpPr>
            <a:spLocks noGrp="1" noChangeArrowheads="1"/>
          </p:cNvSpPr>
          <p:nvPr>
            <p:ph type="dt" sz="half" idx="10"/>
          </p:nvPr>
        </p:nvSpPr>
        <p:spPr>
          <a:ln/>
        </p:spPr>
        <p:txBody>
          <a:bodyPr/>
          <a:lstStyle>
            <a:lvl1pPr>
              <a:defRPr/>
            </a:lvl1pPr>
          </a:lstStyle>
          <a:p>
            <a:pPr>
              <a:defRPr/>
            </a:pPr>
            <a:fld id="{6926BDE0-7750-4979-8F0D-F1783F7D1B52}" type="datetime1">
              <a:rPr lang="lv-LV"/>
              <a:pPr>
                <a:defRPr/>
              </a:pPr>
              <a:t>20.01.2026</a:t>
            </a:fld>
            <a:endParaRPr lang="lv-LV"/>
          </a:p>
        </p:txBody>
      </p:sp>
      <p:sp>
        <p:nvSpPr>
          <p:cNvPr id="6" name="Rectangle 5">
            <a:extLst>
              <a:ext uri="{FF2B5EF4-FFF2-40B4-BE49-F238E27FC236}">
                <a16:creationId xmlns:a16="http://schemas.microsoft.com/office/drawing/2014/main" id="{103A38CA-1BBD-479C-8D27-AD0233D5FD04}"/>
              </a:ext>
            </a:extLst>
          </p:cNvPr>
          <p:cNvSpPr>
            <a:spLocks noGrp="1" noChangeArrowheads="1"/>
          </p:cNvSpPr>
          <p:nvPr>
            <p:ph type="ftr" sz="quarter" idx="11"/>
          </p:nvPr>
        </p:nvSpPr>
        <p:spPr>
          <a:ln/>
        </p:spPr>
        <p:txBody>
          <a:bodyPr/>
          <a:lstStyle>
            <a:lvl1pPr>
              <a:defRPr/>
            </a:lvl1pPr>
          </a:lstStyle>
          <a:p>
            <a:pPr>
              <a:defRPr/>
            </a:pPr>
            <a:endParaRPr lang="lv-LV"/>
          </a:p>
        </p:txBody>
      </p:sp>
      <p:sp>
        <p:nvSpPr>
          <p:cNvPr id="7" name="Rectangle 6">
            <a:extLst>
              <a:ext uri="{FF2B5EF4-FFF2-40B4-BE49-F238E27FC236}">
                <a16:creationId xmlns:a16="http://schemas.microsoft.com/office/drawing/2014/main" id="{F397E853-CB48-41E6-A1B8-9388BAD5E5AC}"/>
              </a:ext>
            </a:extLst>
          </p:cNvPr>
          <p:cNvSpPr>
            <a:spLocks noGrp="1" noChangeArrowheads="1"/>
          </p:cNvSpPr>
          <p:nvPr>
            <p:ph type="sldNum" sz="quarter" idx="12"/>
          </p:nvPr>
        </p:nvSpPr>
        <p:spPr>
          <a:ln/>
        </p:spPr>
        <p:txBody>
          <a:bodyPr/>
          <a:lstStyle>
            <a:lvl1pPr>
              <a:defRPr/>
            </a:lvl1pPr>
          </a:lstStyle>
          <a:p>
            <a:fld id="{B9010FA7-6BEF-4DF8-9857-B6832E91D7A8}" type="slidenum">
              <a:rPr lang="lv-LV" altLang="en-US"/>
              <a:pPr/>
              <a:t>‹#›</a:t>
            </a:fld>
            <a:endParaRPr lang="lv-LV" altLang="en-US"/>
          </a:p>
        </p:txBody>
      </p:sp>
    </p:spTree>
    <p:extLst>
      <p:ext uri="{BB962C8B-B14F-4D97-AF65-F5344CB8AC3E}">
        <p14:creationId xmlns:p14="http://schemas.microsoft.com/office/powerpoint/2010/main" val="3620074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līdzinājums">
    <p:spTree>
      <p:nvGrpSpPr>
        <p:cNvPr id="1" name=""/>
        <p:cNvGrpSpPr/>
        <p:nvPr/>
      </p:nvGrpSpPr>
      <p:grpSpPr>
        <a:xfrm>
          <a:off x="0" y="0"/>
          <a:ext cx="0" cy="0"/>
          <a:chOff x="0" y="0"/>
          <a:chExt cx="0" cy="0"/>
        </a:xfrm>
      </p:grpSpPr>
      <p:sp>
        <p:nvSpPr>
          <p:cNvPr id="2" name="Virsraksts 1"/>
          <p:cNvSpPr>
            <a:spLocks noGrp="1"/>
          </p:cNvSpPr>
          <p:nvPr>
            <p:ph type="title"/>
          </p:nvPr>
        </p:nvSpPr>
        <p:spPr/>
        <p:txBody>
          <a:bodyPr/>
          <a:lstStyle>
            <a:lvl1pPr>
              <a:defRPr/>
            </a:lvl1pPr>
          </a:lstStyle>
          <a:p>
            <a:r>
              <a:rPr lang="lv-LV"/>
              <a:t>Rediģēt šablona virsraksta stilu</a:t>
            </a:r>
            <a:endParaRPr lang="en-GB"/>
          </a:p>
        </p:txBody>
      </p:sp>
      <p:sp>
        <p:nvSpPr>
          <p:cNvPr id="3" name="Teksta vietturis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lv-LV"/>
              <a:t>Rediģēt šablona teksta stilus</a:t>
            </a:r>
          </a:p>
        </p:txBody>
      </p:sp>
      <p:sp>
        <p:nvSpPr>
          <p:cNvPr id="4" name="Satura vietturis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5" name="Teksta vietturis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lv-LV"/>
              <a:t>Rediģēt šablona teksta stilus</a:t>
            </a:r>
          </a:p>
        </p:txBody>
      </p:sp>
      <p:sp>
        <p:nvSpPr>
          <p:cNvPr id="6" name="Satura vietturis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7" name="Rectangle 4">
            <a:extLst>
              <a:ext uri="{FF2B5EF4-FFF2-40B4-BE49-F238E27FC236}">
                <a16:creationId xmlns:a16="http://schemas.microsoft.com/office/drawing/2014/main" id="{88853A1C-5463-4926-AF53-FBC0C3A114CB}"/>
              </a:ext>
            </a:extLst>
          </p:cNvPr>
          <p:cNvSpPr>
            <a:spLocks noGrp="1" noChangeArrowheads="1"/>
          </p:cNvSpPr>
          <p:nvPr>
            <p:ph type="dt" sz="half" idx="10"/>
          </p:nvPr>
        </p:nvSpPr>
        <p:spPr>
          <a:ln/>
        </p:spPr>
        <p:txBody>
          <a:bodyPr/>
          <a:lstStyle>
            <a:lvl1pPr>
              <a:defRPr/>
            </a:lvl1pPr>
          </a:lstStyle>
          <a:p>
            <a:pPr>
              <a:defRPr/>
            </a:pPr>
            <a:fld id="{CEB72836-3BEE-414E-9207-7566FE4F4EB5}" type="datetime1">
              <a:rPr lang="lv-LV"/>
              <a:pPr>
                <a:defRPr/>
              </a:pPr>
              <a:t>20.01.2026</a:t>
            </a:fld>
            <a:endParaRPr lang="lv-LV"/>
          </a:p>
        </p:txBody>
      </p:sp>
      <p:sp>
        <p:nvSpPr>
          <p:cNvPr id="8" name="Rectangle 5">
            <a:extLst>
              <a:ext uri="{FF2B5EF4-FFF2-40B4-BE49-F238E27FC236}">
                <a16:creationId xmlns:a16="http://schemas.microsoft.com/office/drawing/2014/main" id="{089F04F7-12EC-444E-8221-538AA939A251}"/>
              </a:ext>
            </a:extLst>
          </p:cNvPr>
          <p:cNvSpPr>
            <a:spLocks noGrp="1" noChangeArrowheads="1"/>
          </p:cNvSpPr>
          <p:nvPr>
            <p:ph type="ftr" sz="quarter" idx="11"/>
          </p:nvPr>
        </p:nvSpPr>
        <p:spPr>
          <a:ln/>
        </p:spPr>
        <p:txBody>
          <a:bodyPr/>
          <a:lstStyle>
            <a:lvl1pPr>
              <a:defRPr/>
            </a:lvl1pPr>
          </a:lstStyle>
          <a:p>
            <a:pPr>
              <a:defRPr/>
            </a:pPr>
            <a:endParaRPr lang="lv-LV"/>
          </a:p>
        </p:txBody>
      </p:sp>
      <p:sp>
        <p:nvSpPr>
          <p:cNvPr id="9" name="Rectangle 6">
            <a:extLst>
              <a:ext uri="{FF2B5EF4-FFF2-40B4-BE49-F238E27FC236}">
                <a16:creationId xmlns:a16="http://schemas.microsoft.com/office/drawing/2014/main" id="{7C4BEB15-20E3-4E5F-9AA6-8E618CBFB5E4}"/>
              </a:ext>
            </a:extLst>
          </p:cNvPr>
          <p:cNvSpPr>
            <a:spLocks noGrp="1" noChangeArrowheads="1"/>
          </p:cNvSpPr>
          <p:nvPr>
            <p:ph type="sldNum" sz="quarter" idx="12"/>
          </p:nvPr>
        </p:nvSpPr>
        <p:spPr>
          <a:ln/>
        </p:spPr>
        <p:txBody>
          <a:bodyPr/>
          <a:lstStyle>
            <a:lvl1pPr>
              <a:defRPr/>
            </a:lvl1pPr>
          </a:lstStyle>
          <a:p>
            <a:fld id="{090D7843-9C60-45A2-A8ED-98A4E3B4944B}" type="slidenum">
              <a:rPr lang="lv-LV" altLang="en-US"/>
              <a:pPr/>
              <a:t>‹#›</a:t>
            </a:fld>
            <a:endParaRPr lang="lv-LV" altLang="en-US"/>
          </a:p>
        </p:txBody>
      </p:sp>
    </p:spTree>
    <p:extLst>
      <p:ext uri="{BB962C8B-B14F-4D97-AF65-F5344CB8AC3E}">
        <p14:creationId xmlns:p14="http://schemas.microsoft.com/office/powerpoint/2010/main" val="77102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kai virsraksts">
    <p:spTree>
      <p:nvGrpSpPr>
        <p:cNvPr id="1" name=""/>
        <p:cNvGrpSpPr/>
        <p:nvPr/>
      </p:nvGrpSpPr>
      <p:grpSpPr>
        <a:xfrm>
          <a:off x="0" y="0"/>
          <a:ext cx="0" cy="0"/>
          <a:chOff x="0" y="0"/>
          <a:chExt cx="0" cy="0"/>
        </a:xfrm>
      </p:grpSpPr>
      <p:sp>
        <p:nvSpPr>
          <p:cNvPr id="2" name="Virsraksts 1"/>
          <p:cNvSpPr>
            <a:spLocks noGrp="1"/>
          </p:cNvSpPr>
          <p:nvPr>
            <p:ph type="title"/>
          </p:nvPr>
        </p:nvSpPr>
        <p:spPr/>
        <p:txBody>
          <a:bodyPr/>
          <a:lstStyle/>
          <a:p>
            <a:r>
              <a:rPr lang="lv-LV"/>
              <a:t>Rediģēt šablona virsraksta stilu</a:t>
            </a:r>
            <a:endParaRPr lang="en-GB"/>
          </a:p>
        </p:txBody>
      </p:sp>
      <p:sp>
        <p:nvSpPr>
          <p:cNvPr id="3" name="Rectangle 4">
            <a:extLst>
              <a:ext uri="{FF2B5EF4-FFF2-40B4-BE49-F238E27FC236}">
                <a16:creationId xmlns:a16="http://schemas.microsoft.com/office/drawing/2014/main" id="{170EC47E-74B0-45E6-9954-3E012ACC2BAB}"/>
              </a:ext>
            </a:extLst>
          </p:cNvPr>
          <p:cNvSpPr>
            <a:spLocks noGrp="1" noChangeArrowheads="1"/>
          </p:cNvSpPr>
          <p:nvPr>
            <p:ph type="dt" sz="half" idx="10"/>
          </p:nvPr>
        </p:nvSpPr>
        <p:spPr>
          <a:ln/>
        </p:spPr>
        <p:txBody>
          <a:bodyPr/>
          <a:lstStyle>
            <a:lvl1pPr>
              <a:defRPr/>
            </a:lvl1pPr>
          </a:lstStyle>
          <a:p>
            <a:pPr>
              <a:defRPr/>
            </a:pPr>
            <a:fld id="{C313AB04-03B1-4114-87B0-9C19E1E0B612}" type="datetime1">
              <a:rPr lang="lv-LV"/>
              <a:pPr>
                <a:defRPr/>
              </a:pPr>
              <a:t>20.01.2026</a:t>
            </a:fld>
            <a:endParaRPr lang="lv-LV"/>
          </a:p>
        </p:txBody>
      </p:sp>
      <p:sp>
        <p:nvSpPr>
          <p:cNvPr id="4" name="Rectangle 5">
            <a:extLst>
              <a:ext uri="{FF2B5EF4-FFF2-40B4-BE49-F238E27FC236}">
                <a16:creationId xmlns:a16="http://schemas.microsoft.com/office/drawing/2014/main" id="{CA3E78AB-F9EB-4F29-8F92-1CF4708B4284}"/>
              </a:ext>
            </a:extLst>
          </p:cNvPr>
          <p:cNvSpPr>
            <a:spLocks noGrp="1" noChangeArrowheads="1"/>
          </p:cNvSpPr>
          <p:nvPr>
            <p:ph type="ftr" sz="quarter" idx="11"/>
          </p:nvPr>
        </p:nvSpPr>
        <p:spPr>
          <a:ln/>
        </p:spPr>
        <p:txBody>
          <a:bodyPr/>
          <a:lstStyle>
            <a:lvl1pPr>
              <a:defRPr/>
            </a:lvl1pPr>
          </a:lstStyle>
          <a:p>
            <a:pPr>
              <a:defRPr/>
            </a:pPr>
            <a:endParaRPr lang="lv-LV"/>
          </a:p>
        </p:txBody>
      </p:sp>
      <p:sp>
        <p:nvSpPr>
          <p:cNvPr id="5" name="Rectangle 6">
            <a:extLst>
              <a:ext uri="{FF2B5EF4-FFF2-40B4-BE49-F238E27FC236}">
                <a16:creationId xmlns:a16="http://schemas.microsoft.com/office/drawing/2014/main" id="{06DD5C52-1B51-455E-A436-3DA82E416CDB}"/>
              </a:ext>
            </a:extLst>
          </p:cNvPr>
          <p:cNvSpPr>
            <a:spLocks noGrp="1" noChangeArrowheads="1"/>
          </p:cNvSpPr>
          <p:nvPr>
            <p:ph type="sldNum" sz="quarter" idx="12"/>
          </p:nvPr>
        </p:nvSpPr>
        <p:spPr>
          <a:ln/>
        </p:spPr>
        <p:txBody>
          <a:bodyPr/>
          <a:lstStyle>
            <a:lvl1pPr>
              <a:defRPr/>
            </a:lvl1pPr>
          </a:lstStyle>
          <a:p>
            <a:fld id="{33AEA387-46F0-4BEA-9378-FF34B530C4CC}" type="slidenum">
              <a:rPr lang="lv-LV" altLang="en-US"/>
              <a:pPr/>
              <a:t>‹#›</a:t>
            </a:fld>
            <a:endParaRPr lang="lv-LV" altLang="en-US"/>
          </a:p>
        </p:txBody>
      </p:sp>
    </p:spTree>
    <p:extLst>
      <p:ext uri="{BB962C8B-B14F-4D97-AF65-F5344CB8AC3E}">
        <p14:creationId xmlns:p14="http://schemas.microsoft.com/office/powerpoint/2010/main" val="1519658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ukšs">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8D3B69A-5AF7-4CE1-98DD-AE0F709D0DA3}"/>
              </a:ext>
            </a:extLst>
          </p:cNvPr>
          <p:cNvSpPr>
            <a:spLocks noGrp="1" noChangeArrowheads="1"/>
          </p:cNvSpPr>
          <p:nvPr>
            <p:ph type="dt" sz="half" idx="10"/>
          </p:nvPr>
        </p:nvSpPr>
        <p:spPr>
          <a:ln/>
        </p:spPr>
        <p:txBody>
          <a:bodyPr/>
          <a:lstStyle>
            <a:lvl1pPr>
              <a:defRPr/>
            </a:lvl1pPr>
          </a:lstStyle>
          <a:p>
            <a:pPr>
              <a:defRPr/>
            </a:pPr>
            <a:fld id="{F352AA14-FC56-4C89-B29E-9FD202B9DD1B}" type="datetime1">
              <a:rPr lang="lv-LV"/>
              <a:pPr>
                <a:defRPr/>
              </a:pPr>
              <a:t>20.01.2026</a:t>
            </a:fld>
            <a:endParaRPr lang="lv-LV"/>
          </a:p>
        </p:txBody>
      </p:sp>
      <p:sp>
        <p:nvSpPr>
          <p:cNvPr id="3" name="Rectangle 5">
            <a:extLst>
              <a:ext uri="{FF2B5EF4-FFF2-40B4-BE49-F238E27FC236}">
                <a16:creationId xmlns:a16="http://schemas.microsoft.com/office/drawing/2014/main" id="{7D7F4191-4104-4A41-BFD3-F25EF695FA63}"/>
              </a:ext>
            </a:extLst>
          </p:cNvPr>
          <p:cNvSpPr>
            <a:spLocks noGrp="1" noChangeArrowheads="1"/>
          </p:cNvSpPr>
          <p:nvPr>
            <p:ph type="ftr" sz="quarter" idx="11"/>
          </p:nvPr>
        </p:nvSpPr>
        <p:spPr>
          <a:ln/>
        </p:spPr>
        <p:txBody>
          <a:bodyPr/>
          <a:lstStyle>
            <a:lvl1pPr>
              <a:defRPr/>
            </a:lvl1pPr>
          </a:lstStyle>
          <a:p>
            <a:pPr>
              <a:defRPr/>
            </a:pPr>
            <a:endParaRPr lang="lv-LV"/>
          </a:p>
        </p:txBody>
      </p:sp>
      <p:sp>
        <p:nvSpPr>
          <p:cNvPr id="4" name="Rectangle 6">
            <a:extLst>
              <a:ext uri="{FF2B5EF4-FFF2-40B4-BE49-F238E27FC236}">
                <a16:creationId xmlns:a16="http://schemas.microsoft.com/office/drawing/2014/main" id="{CCD7661E-4534-4F42-8532-29931AEE7FE2}"/>
              </a:ext>
            </a:extLst>
          </p:cNvPr>
          <p:cNvSpPr>
            <a:spLocks noGrp="1" noChangeArrowheads="1"/>
          </p:cNvSpPr>
          <p:nvPr>
            <p:ph type="sldNum" sz="quarter" idx="12"/>
          </p:nvPr>
        </p:nvSpPr>
        <p:spPr>
          <a:ln/>
        </p:spPr>
        <p:txBody>
          <a:bodyPr/>
          <a:lstStyle>
            <a:lvl1pPr>
              <a:defRPr/>
            </a:lvl1pPr>
          </a:lstStyle>
          <a:p>
            <a:fld id="{2AE48237-C590-4F3D-A4FC-EA56C6AE3951}" type="slidenum">
              <a:rPr lang="lv-LV" altLang="en-US"/>
              <a:pPr/>
              <a:t>‹#›</a:t>
            </a:fld>
            <a:endParaRPr lang="lv-LV" altLang="en-US"/>
          </a:p>
        </p:txBody>
      </p:sp>
    </p:spTree>
    <p:extLst>
      <p:ext uri="{BB962C8B-B14F-4D97-AF65-F5344CB8AC3E}">
        <p14:creationId xmlns:p14="http://schemas.microsoft.com/office/powerpoint/2010/main" val="3741709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Saturs ar parakstu">
    <p:spTree>
      <p:nvGrpSpPr>
        <p:cNvPr id="1" name=""/>
        <p:cNvGrpSpPr/>
        <p:nvPr/>
      </p:nvGrpSpPr>
      <p:grpSpPr>
        <a:xfrm>
          <a:off x="0" y="0"/>
          <a:ext cx="0" cy="0"/>
          <a:chOff x="0" y="0"/>
          <a:chExt cx="0" cy="0"/>
        </a:xfrm>
      </p:grpSpPr>
      <p:sp>
        <p:nvSpPr>
          <p:cNvPr id="2" name="Virsraksts 1"/>
          <p:cNvSpPr>
            <a:spLocks noGrp="1"/>
          </p:cNvSpPr>
          <p:nvPr>
            <p:ph type="title"/>
          </p:nvPr>
        </p:nvSpPr>
        <p:spPr>
          <a:xfrm>
            <a:off x="609601" y="273050"/>
            <a:ext cx="4011084" cy="1162050"/>
          </a:xfrm>
        </p:spPr>
        <p:txBody>
          <a:bodyPr anchor="b"/>
          <a:lstStyle>
            <a:lvl1pPr algn="l">
              <a:defRPr sz="2000" b="1"/>
            </a:lvl1pPr>
          </a:lstStyle>
          <a:p>
            <a:r>
              <a:rPr lang="lv-LV"/>
              <a:t>Rediģēt šablona virsraksta stilu</a:t>
            </a:r>
            <a:endParaRPr lang="en-GB"/>
          </a:p>
        </p:txBody>
      </p:sp>
      <p:sp>
        <p:nvSpPr>
          <p:cNvPr id="3" name="Satura vietturis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4" name="Teksta vietturis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lv-LV"/>
              <a:t>Rediģēt šablona teksta stilus</a:t>
            </a:r>
          </a:p>
        </p:txBody>
      </p:sp>
      <p:sp>
        <p:nvSpPr>
          <p:cNvPr id="5" name="Rectangle 4">
            <a:extLst>
              <a:ext uri="{FF2B5EF4-FFF2-40B4-BE49-F238E27FC236}">
                <a16:creationId xmlns:a16="http://schemas.microsoft.com/office/drawing/2014/main" id="{5D50ECD1-8C01-4AFD-B156-79809BE5CF87}"/>
              </a:ext>
            </a:extLst>
          </p:cNvPr>
          <p:cNvSpPr>
            <a:spLocks noGrp="1" noChangeArrowheads="1"/>
          </p:cNvSpPr>
          <p:nvPr>
            <p:ph type="dt" sz="half" idx="10"/>
          </p:nvPr>
        </p:nvSpPr>
        <p:spPr>
          <a:ln/>
        </p:spPr>
        <p:txBody>
          <a:bodyPr/>
          <a:lstStyle>
            <a:lvl1pPr>
              <a:defRPr/>
            </a:lvl1pPr>
          </a:lstStyle>
          <a:p>
            <a:pPr>
              <a:defRPr/>
            </a:pPr>
            <a:fld id="{007B983E-8DFD-4A72-8CDB-5BB75A0B1D7D}" type="datetime1">
              <a:rPr lang="lv-LV"/>
              <a:pPr>
                <a:defRPr/>
              </a:pPr>
              <a:t>20.01.2026</a:t>
            </a:fld>
            <a:endParaRPr lang="lv-LV"/>
          </a:p>
        </p:txBody>
      </p:sp>
      <p:sp>
        <p:nvSpPr>
          <p:cNvPr id="6" name="Rectangle 5">
            <a:extLst>
              <a:ext uri="{FF2B5EF4-FFF2-40B4-BE49-F238E27FC236}">
                <a16:creationId xmlns:a16="http://schemas.microsoft.com/office/drawing/2014/main" id="{EF44FCFC-D219-4F24-855A-64E6E04BC6DC}"/>
              </a:ext>
            </a:extLst>
          </p:cNvPr>
          <p:cNvSpPr>
            <a:spLocks noGrp="1" noChangeArrowheads="1"/>
          </p:cNvSpPr>
          <p:nvPr>
            <p:ph type="ftr" sz="quarter" idx="11"/>
          </p:nvPr>
        </p:nvSpPr>
        <p:spPr>
          <a:ln/>
        </p:spPr>
        <p:txBody>
          <a:bodyPr/>
          <a:lstStyle>
            <a:lvl1pPr>
              <a:defRPr/>
            </a:lvl1pPr>
          </a:lstStyle>
          <a:p>
            <a:pPr>
              <a:defRPr/>
            </a:pPr>
            <a:endParaRPr lang="lv-LV"/>
          </a:p>
        </p:txBody>
      </p:sp>
      <p:sp>
        <p:nvSpPr>
          <p:cNvPr id="7" name="Rectangle 6">
            <a:extLst>
              <a:ext uri="{FF2B5EF4-FFF2-40B4-BE49-F238E27FC236}">
                <a16:creationId xmlns:a16="http://schemas.microsoft.com/office/drawing/2014/main" id="{4EAA4F13-D3AD-490D-9D57-B27B4FD6427D}"/>
              </a:ext>
            </a:extLst>
          </p:cNvPr>
          <p:cNvSpPr>
            <a:spLocks noGrp="1" noChangeArrowheads="1"/>
          </p:cNvSpPr>
          <p:nvPr>
            <p:ph type="sldNum" sz="quarter" idx="12"/>
          </p:nvPr>
        </p:nvSpPr>
        <p:spPr>
          <a:ln/>
        </p:spPr>
        <p:txBody>
          <a:bodyPr/>
          <a:lstStyle>
            <a:lvl1pPr>
              <a:defRPr/>
            </a:lvl1pPr>
          </a:lstStyle>
          <a:p>
            <a:fld id="{12A42217-B818-44B3-9DB8-A437AF3AB682}" type="slidenum">
              <a:rPr lang="lv-LV" altLang="en-US"/>
              <a:pPr/>
              <a:t>‹#›</a:t>
            </a:fld>
            <a:endParaRPr lang="lv-LV" altLang="en-US"/>
          </a:p>
        </p:txBody>
      </p:sp>
    </p:spTree>
    <p:extLst>
      <p:ext uri="{BB962C8B-B14F-4D97-AF65-F5344CB8AC3E}">
        <p14:creationId xmlns:p14="http://schemas.microsoft.com/office/powerpoint/2010/main" val="639436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ttēls ar parakstu">
    <p:spTree>
      <p:nvGrpSpPr>
        <p:cNvPr id="1" name=""/>
        <p:cNvGrpSpPr/>
        <p:nvPr/>
      </p:nvGrpSpPr>
      <p:grpSpPr>
        <a:xfrm>
          <a:off x="0" y="0"/>
          <a:ext cx="0" cy="0"/>
          <a:chOff x="0" y="0"/>
          <a:chExt cx="0" cy="0"/>
        </a:xfrm>
      </p:grpSpPr>
      <p:sp>
        <p:nvSpPr>
          <p:cNvPr id="2" name="Virsraksts 1"/>
          <p:cNvSpPr>
            <a:spLocks noGrp="1"/>
          </p:cNvSpPr>
          <p:nvPr>
            <p:ph type="title"/>
          </p:nvPr>
        </p:nvSpPr>
        <p:spPr>
          <a:xfrm>
            <a:off x="2389717" y="4800600"/>
            <a:ext cx="7315200" cy="566738"/>
          </a:xfrm>
        </p:spPr>
        <p:txBody>
          <a:bodyPr anchor="b"/>
          <a:lstStyle>
            <a:lvl1pPr algn="l">
              <a:defRPr sz="2000" b="1"/>
            </a:lvl1pPr>
          </a:lstStyle>
          <a:p>
            <a:r>
              <a:rPr lang="lv-LV"/>
              <a:t>Rediģēt šablona virsraksta stilu</a:t>
            </a:r>
            <a:endParaRPr lang="en-GB"/>
          </a:p>
        </p:txBody>
      </p:sp>
      <p:sp>
        <p:nvSpPr>
          <p:cNvPr id="3" name="Attēla vietturis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ksta vietturis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lv-LV"/>
              <a:t>Rediģēt šablona teksta stilus</a:t>
            </a:r>
          </a:p>
        </p:txBody>
      </p:sp>
      <p:sp>
        <p:nvSpPr>
          <p:cNvPr id="5" name="Rectangle 4">
            <a:extLst>
              <a:ext uri="{FF2B5EF4-FFF2-40B4-BE49-F238E27FC236}">
                <a16:creationId xmlns:a16="http://schemas.microsoft.com/office/drawing/2014/main" id="{3E4D8110-A2CE-47DD-B415-2D1D55713C84}"/>
              </a:ext>
            </a:extLst>
          </p:cNvPr>
          <p:cNvSpPr>
            <a:spLocks noGrp="1" noChangeArrowheads="1"/>
          </p:cNvSpPr>
          <p:nvPr>
            <p:ph type="dt" sz="half" idx="10"/>
          </p:nvPr>
        </p:nvSpPr>
        <p:spPr>
          <a:ln/>
        </p:spPr>
        <p:txBody>
          <a:bodyPr/>
          <a:lstStyle>
            <a:lvl1pPr>
              <a:defRPr/>
            </a:lvl1pPr>
          </a:lstStyle>
          <a:p>
            <a:pPr>
              <a:defRPr/>
            </a:pPr>
            <a:fld id="{7BE1FB96-A4FC-454F-A9A9-2D98EF541DB9}" type="datetime1">
              <a:rPr lang="lv-LV"/>
              <a:pPr>
                <a:defRPr/>
              </a:pPr>
              <a:t>20.01.2026</a:t>
            </a:fld>
            <a:endParaRPr lang="lv-LV"/>
          </a:p>
        </p:txBody>
      </p:sp>
      <p:sp>
        <p:nvSpPr>
          <p:cNvPr id="6" name="Rectangle 5">
            <a:extLst>
              <a:ext uri="{FF2B5EF4-FFF2-40B4-BE49-F238E27FC236}">
                <a16:creationId xmlns:a16="http://schemas.microsoft.com/office/drawing/2014/main" id="{72761312-B290-4723-A536-508A46DB092B}"/>
              </a:ext>
            </a:extLst>
          </p:cNvPr>
          <p:cNvSpPr>
            <a:spLocks noGrp="1" noChangeArrowheads="1"/>
          </p:cNvSpPr>
          <p:nvPr>
            <p:ph type="ftr" sz="quarter" idx="11"/>
          </p:nvPr>
        </p:nvSpPr>
        <p:spPr>
          <a:ln/>
        </p:spPr>
        <p:txBody>
          <a:bodyPr/>
          <a:lstStyle>
            <a:lvl1pPr>
              <a:defRPr/>
            </a:lvl1pPr>
          </a:lstStyle>
          <a:p>
            <a:pPr>
              <a:defRPr/>
            </a:pPr>
            <a:endParaRPr lang="lv-LV"/>
          </a:p>
        </p:txBody>
      </p:sp>
      <p:sp>
        <p:nvSpPr>
          <p:cNvPr id="7" name="Rectangle 6">
            <a:extLst>
              <a:ext uri="{FF2B5EF4-FFF2-40B4-BE49-F238E27FC236}">
                <a16:creationId xmlns:a16="http://schemas.microsoft.com/office/drawing/2014/main" id="{2E9C481B-20E3-408B-AE28-D7AD36F59EB2}"/>
              </a:ext>
            </a:extLst>
          </p:cNvPr>
          <p:cNvSpPr>
            <a:spLocks noGrp="1" noChangeArrowheads="1"/>
          </p:cNvSpPr>
          <p:nvPr>
            <p:ph type="sldNum" sz="quarter" idx="12"/>
          </p:nvPr>
        </p:nvSpPr>
        <p:spPr>
          <a:ln/>
        </p:spPr>
        <p:txBody>
          <a:bodyPr/>
          <a:lstStyle>
            <a:lvl1pPr>
              <a:defRPr/>
            </a:lvl1pPr>
          </a:lstStyle>
          <a:p>
            <a:fld id="{44ED6F27-DD41-450B-9A5F-91110F68CD29}" type="slidenum">
              <a:rPr lang="lv-LV" altLang="en-US"/>
              <a:pPr/>
              <a:t>‹#›</a:t>
            </a:fld>
            <a:endParaRPr lang="lv-LV" altLang="en-US"/>
          </a:p>
        </p:txBody>
      </p:sp>
    </p:spTree>
    <p:extLst>
      <p:ext uri="{BB962C8B-B14F-4D97-AF65-F5344CB8AC3E}">
        <p14:creationId xmlns:p14="http://schemas.microsoft.com/office/powerpoint/2010/main" val="3980293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Virsraksts un vertikāls teksts">
    <p:spTree>
      <p:nvGrpSpPr>
        <p:cNvPr id="1" name=""/>
        <p:cNvGrpSpPr/>
        <p:nvPr/>
      </p:nvGrpSpPr>
      <p:grpSpPr>
        <a:xfrm>
          <a:off x="0" y="0"/>
          <a:ext cx="0" cy="0"/>
          <a:chOff x="0" y="0"/>
          <a:chExt cx="0" cy="0"/>
        </a:xfrm>
      </p:grpSpPr>
      <p:sp>
        <p:nvSpPr>
          <p:cNvPr id="2" name="Virsraksts 1"/>
          <p:cNvSpPr>
            <a:spLocks noGrp="1"/>
          </p:cNvSpPr>
          <p:nvPr>
            <p:ph type="title"/>
          </p:nvPr>
        </p:nvSpPr>
        <p:spPr/>
        <p:txBody>
          <a:bodyPr/>
          <a:lstStyle/>
          <a:p>
            <a:r>
              <a:rPr lang="lv-LV"/>
              <a:t>Rediģēt šablona virsraksta stilu</a:t>
            </a:r>
            <a:endParaRPr lang="en-GB"/>
          </a:p>
        </p:txBody>
      </p:sp>
      <p:sp>
        <p:nvSpPr>
          <p:cNvPr id="3" name="Vertikāls teksta vietturis 2"/>
          <p:cNvSpPr>
            <a:spLocks noGrp="1"/>
          </p:cNvSpPr>
          <p:nvPr>
            <p:ph type="body" orient="vert" idx="1"/>
          </p:nvPr>
        </p:nvSpPr>
        <p:spPr/>
        <p:txBody>
          <a:bodyPr vert="eaVert"/>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4" name="Rectangle 4">
            <a:extLst>
              <a:ext uri="{FF2B5EF4-FFF2-40B4-BE49-F238E27FC236}">
                <a16:creationId xmlns:a16="http://schemas.microsoft.com/office/drawing/2014/main" id="{EEC6A570-95C5-482F-B1FD-57E08C9A397B}"/>
              </a:ext>
            </a:extLst>
          </p:cNvPr>
          <p:cNvSpPr>
            <a:spLocks noGrp="1" noChangeArrowheads="1"/>
          </p:cNvSpPr>
          <p:nvPr>
            <p:ph type="dt" sz="half" idx="10"/>
          </p:nvPr>
        </p:nvSpPr>
        <p:spPr>
          <a:ln/>
        </p:spPr>
        <p:txBody>
          <a:bodyPr/>
          <a:lstStyle>
            <a:lvl1pPr>
              <a:defRPr/>
            </a:lvl1pPr>
          </a:lstStyle>
          <a:p>
            <a:pPr>
              <a:defRPr/>
            </a:pPr>
            <a:fld id="{DDDD28FA-A09F-4DFB-A63E-2325E9B21A02}" type="datetime1">
              <a:rPr lang="lv-LV"/>
              <a:pPr>
                <a:defRPr/>
              </a:pPr>
              <a:t>20.01.2026</a:t>
            </a:fld>
            <a:endParaRPr lang="lv-LV"/>
          </a:p>
        </p:txBody>
      </p:sp>
      <p:sp>
        <p:nvSpPr>
          <p:cNvPr id="5" name="Rectangle 5">
            <a:extLst>
              <a:ext uri="{FF2B5EF4-FFF2-40B4-BE49-F238E27FC236}">
                <a16:creationId xmlns:a16="http://schemas.microsoft.com/office/drawing/2014/main" id="{521444F7-BEFD-406B-B4C1-D1ECEBA611C3}"/>
              </a:ext>
            </a:extLst>
          </p:cNvPr>
          <p:cNvSpPr>
            <a:spLocks noGrp="1" noChangeArrowheads="1"/>
          </p:cNvSpPr>
          <p:nvPr>
            <p:ph type="ftr" sz="quarter" idx="11"/>
          </p:nvPr>
        </p:nvSpPr>
        <p:spPr>
          <a:ln/>
        </p:spPr>
        <p:txBody>
          <a:bodyPr/>
          <a:lstStyle>
            <a:lvl1pPr>
              <a:defRPr/>
            </a:lvl1pPr>
          </a:lstStyle>
          <a:p>
            <a:pPr>
              <a:defRPr/>
            </a:pPr>
            <a:endParaRPr lang="lv-LV"/>
          </a:p>
        </p:txBody>
      </p:sp>
      <p:sp>
        <p:nvSpPr>
          <p:cNvPr id="6" name="Rectangle 6">
            <a:extLst>
              <a:ext uri="{FF2B5EF4-FFF2-40B4-BE49-F238E27FC236}">
                <a16:creationId xmlns:a16="http://schemas.microsoft.com/office/drawing/2014/main" id="{F0CA3805-F4FD-44F3-A6A4-D491A884F16B}"/>
              </a:ext>
            </a:extLst>
          </p:cNvPr>
          <p:cNvSpPr>
            <a:spLocks noGrp="1" noChangeArrowheads="1"/>
          </p:cNvSpPr>
          <p:nvPr>
            <p:ph type="sldNum" sz="quarter" idx="12"/>
          </p:nvPr>
        </p:nvSpPr>
        <p:spPr>
          <a:ln/>
        </p:spPr>
        <p:txBody>
          <a:bodyPr/>
          <a:lstStyle>
            <a:lvl1pPr>
              <a:defRPr/>
            </a:lvl1pPr>
          </a:lstStyle>
          <a:p>
            <a:fld id="{40E542A5-B40E-409C-80D7-B7CDD74C5929}" type="slidenum">
              <a:rPr lang="lv-LV" altLang="en-US"/>
              <a:pPr/>
              <a:t>‹#›</a:t>
            </a:fld>
            <a:endParaRPr lang="lv-LV" altLang="en-US"/>
          </a:p>
        </p:txBody>
      </p:sp>
    </p:spTree>
    <p:extLst>
      <p:ext uri="{BB962C8B-B14F-4D97-AF65-F5344CB8AC3E}">
        <p14:creationId xmlns:p14="http://schemas.microsoft.com/office/powerpoint/2010/main" val="1970625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āls virsraksts un teksts">
    <p:spTree>
      <p:nvGrpSpPr>
        <p:cNvPr id="1" name=""/>
        <p:cNvGrpSpPr/>
        <p:nvPr/>
      </p:nvGrpSpPr>
      <p:grpSpPr>
        <a:xfrm>
          <a:off x="0" y="0"/>
          <a:ext cx="0" cy="0"/>
          <a:chOff x="0" y="0"/>
          <a:chExt cx="0" cy="0"/>
        </a:xfrm>
      </p:grpSpPr>
      <p:sp>
        <p:nvSpPr>
          <p:cNvPr id="2" name="Vertikāls virsraksts 1"/>
          <p:cNvSpPr>
            <a:spLocks noGrp="1"/>
          </p:cNvSpPr>
          <p:nvPr>
            <p:ph type="title" orient="vert"/>
          </p:nvPr>
        </p:nvSpPr>
        <p:spPr>
          <a:xfrm>
            <a:off x="8839200" y="274639"/>
            <a:ext cx="2743200" cy="5851525"/>
          </a:xfrm>
        </p:spPr>
        <p:txBody>
          <a:bodyPr vert="eaVert"/>
          <a:lstStyle/>
          <a:p>
            <a:r>
              <a:rPr lang="lv-LV"/>
              <a:t>Rediģēt šablona virsraksta stilu</a:t>
            </a:r>
            <a:endParaRPr lang="en-GB"/>
          </a:p>
        </p:txBody>
      </p:sp>
      <p:sp>
        <p:nvSpPr>
          <p:cNvPr id="3" name="Vertikāls teksta vietturis 2"/>
          <p:cNvSpPr>
            <a:spLocks noGrp="1"/>
          </p:cNvSpPr>
          <p:nvPr>
            <p:ph type="body" orient="vert" idx="1"/>
          </p:nvPr>
        </p:nvSpPr>
        <p:spPr>
          <a:xfrm>
            <a:off x="609600" y="274639"/>
            <a:ext cx="8026400" cy="5851525"/>
          </a:xfrm>
        </p:spPr>
        <p:txBody>
          <a:bodyPr vert="eaVert"/>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4" name="Rectangle 4">
            <a:extLst>
              <a:ext uri="{FF2B5EF4-FFF2-40B4-BE49-F238E27FC236}">
                <a16:creationId xmlns:a16="http://schemas.microsoft.com/office/drawing/2014/main" id="{1484E7D5-C4A2-4AB8-9CDD-E6F6E0F361D3}"/>
              </a:ext>
            </a:extLst>
          </p:cNvPr>
          <p:cNvSpPr>
            <a:spLocks noGrp="1" noChangeArrowheads="1"/>
          </p:cNvSpPr>
          <p:nvPr>
            <p:ph type="dt" sz="half" idx="10"/>
          </p:nvPr>
        </p:nvSpPr>
        <p:spPr>
          <a:ln/>
        </p:spPr>
        <p:txBody>
          <a:bodyPr/>
          <a:lstStyle>
            <a:lvl1pPr>
              <a:defRPr/>
            </a:lvl1pPr>
          </a:lstStyle>
          <a:p>
            <a:pPr>
              <a:defRPr/>
            </a:pPr>
            <a:fld id="{3C3D3CE9-77D9-4214-8C34-C71854FD8FF8}" type="datetime1">
              <a:rPr lang="lv-LV"/>
              <a:pPr>
                <a:defRPr/>
              </a:pPr>
              <a:t>20.01.2026</a:t>
            </a:fld>
            <a:endParaRPr lang="lv-LV"/>
          </a:p>
        </p:txBody>
      </p:sp>
      <p:sp>
        <p:nvSpPr>
          <p:cNvPr id="5" name="Rectangle 5">
            <a:extLst>
              <a:ext uri="{FF2B5EF4-FFF2-40B4-BE49-F238E27FC236}">
                <a16:creationId xmlns:a16="http://schemas.microsoft.com/office/drawing/2014/main" id="{7C718E00-B068-4D24-8093-D823D9B4C4DD}"/>
              </a:ext>
            </a:extLst>
          </p:cNvPr>
          <p:cNvSpPr>
            <a:spLocks noGrp="1" noChangeArrowheads="1"/>
          </p:cNvSpPr>
          <p:nvPr>
            <p:ph type="ftr" sz="quarter" idx="11"/>
          </p:nvPr>
        </p:nvSpPr>
        <p:spPr>
          <a:ln/>
        </p:spPr>
        <p:txBody>
          <a:bodyPr/>
          <a:lstStyle>
            <a:lvl1pPr>
              <a:defRPr/>
            </a:lvl1pPr>
          </a:lstStyle>
          <a:p>
            <a:pPr>
              <a:defRPr/>
            </a:pPr>
            <a:endParaRPr lang="lv-LV"/>
          </a:p>
        </p:txBody>
      </p:sp>
      <p:sp>
        <p:nvSpPr>
          <p:cNvPr id="6" name="Rectangle 6">
            <a:extLst>
              <a:ext uri="{FF2B5EF4-FFF2-40B4-BE49-F238E27FC236}">
                <a16:creationId xmlns:a16="http://schemas.microsoft.com/office/drawing/2014/main" id="{E9D35E38-4518-4EAB-B18F-A9E161086136}"/>
              </a:ext>
            </a:extLst>
          </p:cNvPr>
          <p:cNvSpPr>
            <a:spLocks noGrp="1" noChangeArrowheads="1"/>
          </p:cNvSpPr>
          <p:nvPr>
            <p:ph type="sldNum" sz="quarter" idx="12"/>
          </p:nvPr>
        </p:nvSpPr>
        <p:spPr>
          <a:ln/>
        </p:spPr>
        <p:txBody>
          <a:bodyPr/>
          <a:lstStyle>
            <a:lvl1pPr>
              <a:defRPr/>
            </a:lvl1pPr>
          </a:lstStyle>
          <a:p>
            <a:fld id="{1E72327C-39C1-4330-912D-FCF6742E69FC}" type="slidenum">
              <a:rPr lang="lv-LV" altLang="en-US"/>
              <a:pPr/>
              <a:t>‹#›</a:t>
            </a:fld>
            <a:endParaRPr lang="lv-LV" altLang="en-US"/>
          </a:p>
        </p:txBody>
      </p:sp>
    </p:spTree>
    <p:extLst>
      <p:ext uri="{BB962C8B-B14F-4D97-AF65-F5344CB8AC3E}">
        <p14:creationId xmlns:p14="http://schemas.microsoft.com/office/powerpoint/2010/main" val="2938109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Virsraksts, teksts un saturs">
    <p:spTree>
      <p:nvGrpSpPr>
        <p:cNvPr id="1" name=""/>
        <p:cNvGrpSpPr/>
        <p:nvPr/>
      </p:nvGrpSpPr>
      <p:grpSpPr>
        <a:xfrm>
          <a:off x="0" y="0"/>
          <a:ext cx="0" cy="0"/>
          <a:chOff x="0" y="0"/>
          <a:chExt cx="0" cy="0"/>
        </a:xfrm>
      </p:grpSpPr>
      <p:sp>
        <p:nvSpPr>
          <p:cNvPr id="2" name="Virsraksts 1"/>
          <p:cNvSpPr>
            <a:spLocks noGrp="1"/>
          </p:cNvSpPr>
          <p:nvPr>
            <p:ph type="title"/>
          </p:nvPr>
        </p:nvSpPr>
        <p:spPr>
          <a:xfrm>
            <a:off x="609600" y="274638"/>
            <a:ext cx="10972800" cy="1143000"/>
          </a:xfrm>
        </p:spPr>
        <p:txBody>
          <a:bodyPr/>
          <a:lstStyle/>
          <a:p>
            <a:r>
              <a:rPr lang="lv-LV"/>
              <a:t>Rediģēt šablona virsraksta stilu</a:t>
            </a:r>
            <a:endParaRPr lang="en-GB"/>
          </a:p>
        </p:txBody>
      </p:sp>
      <p:sp>
        <p:nvSpPr>
          <p:cNvPr id="3" name="Teksta vietturis 2"/>
          <p:cNvSpPr>
            <a:spLocks noGrp="1"/>
          </p:cNvSpPr>
          <p:nvPr>
            <p:ph type="body" sz="half" idx="1"/>
          </p:nvPr>
        </p:nvSpPr>
        <p:spPr>
          <a:xfrm>
            <a:off x="609600" y="1600201"/>
            <a:ext cx="5384800" cy="4525963"/>
          </a:xfrm>
        </p:spPr>
        <p:txBody>
          <a:bodyPr/>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4" name="Satura vietturis 3"/>
          <p:cNvSpPr>
            <a:spLocks noGrp="1"/>
          </p:cNvSpPr>
          <p:nvPr>
            <p:ph sz="half" idx="2"/>
          </p:nvPr>
        </p:nvSpPr>
        <p:spPr>
          <a:xfrm>
            <a:off x="6197600" y="1600201"/>
            <a:ext cx="5384800" cy="4525963"/>
          </a:xfrm>
        </p:spPr>
        <p:txBody>
          <a:bodyPr/>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5" name="Rectangle 4">
            <a:extLst>
              <a:ext uri="{FF2B5EF4-FFF2-40B4-BE49-F238E27FC236}">
                <a16:creationId xmlns:a16="http://schemas.microsoft.com/office/drawing/2014/main" id="{B48F7405-09D7-42E6-B557-ADA09A7DCF91}"/>
              </a:ext>
            </a:extLst>
          </p:cNvPr>
          <p:cNvSpPr>
            <a:spLocks noGrp="1" noChangeArrowheads="1"/>
          </p:cNvSpPr>
          <p:nvPr>
            <p:ph type="dt" sz="half" idx="10"/>
          </p:nvPr>
        </p:nvSpPr>
        <p:spPr>
          <a:ln/>
        </p:spPr>
        <p:txBody>
          <a:bodyPr/>
          <a:lstStyle>
            <a:lvl1pPr>
              <a:defRPr/>
            </a:lvl1pPr>
          </a:lstStyle>
          <a:p>
            <a:pPr>
              <a:defRPr/>
            </a:pPr>
            <a:fld id="{A730E45E-16C7-4F98-AB53-4FB2B9CD2219}" type="datetime1">
              <a:rPr lang="lv-LV"/>
              <a:pPr>
                <a:defRPr/>
              </a:pPr>
              <a:t>20.01.2026</a:t>
            </a:fld>
            <a:endParaRPr lang="lv-LV"/>
          </a:p>
        </p:txBody>
      </p:sp>
      <p:sp>
        <p:nvSpPr>
          <p:cNvPr id="6" name="Rectangle 5">
            <a:extLst>
              <a:ext uri="{FF2B5EF4-FFF2-40B4-BE49-F238E27FC236}">
                <a16:creationId xmlns:a16="http://schemas.microsoft.com/office/drawing/2014/main" id="{6A75E648-ADA1-44E7-94D9-1B74CD973334}"/>
              </a:ext>
            </a:extLst>
          </p:cNvPr>
          <p:cNvSpPr>
            <a:spLocks noGrp="1" noChangeArrowheads="1"/>
          </p:cNvSpPr>
          <p:nvPr>
            <p:ph type="ftr" sz="quarter" idx="11"/>
          </p:nvPr>
        </p:nvSpPr>
        <p:spPr>
          <a:ln/>
        </p:spPr>
        <p:txBody>
          <a:bodyPr/>
          <a:lstStyle>
            <a:lvl1pPr>
              <a:defRPr/>
            </a:lvl1pPr>
          </a:lstStyle>
          <a:p>
            <a:pPr>
              <a:defRPr/>
            </a:pPr>
            <a:endParaRPr lang="lv-LV"/>
          </a:p>
        </p:txBody>
      </p:sp>
      <p:sp>
        <p:nvSpPr>
          <p:cNvPr id="7" name="Rectangle 6">
            <a:extLst>
              <a:ext uri="{FF2B5EF4-FFF2-40B4-BE49-F238E27FC236}">
                <a16:creationId xmlns:a16="http://schemas.microsoft.com/office/drawing/2014/main" id="{8491C319-33F0-40FE-867A-8E63E343CDAE}"/>
              </a:ext>
            </a:extLst>
          </p:cNvPr>
          <p:cNvSpPr>
            <a:spLocks noGrp="1" noChangeArrowheads="1"/>
          </p:cNvSpPr>
          <p:nvPr>
            <p:ph type="sldNum" sz="quarter" idx="12"/>
          </p:nvPr>
        </p:nvSpPr>
        <p:spPr>
          <a:ln/>
        </p:spPr>
        <p:txBody>
          <a:bodyPr/>
          <a:lstStyle>
            <a:lvl1pPr>
              <a:defRPr/>
            </a:lvl1pPr>
          </a:lstStyle>
          <a:p>
            <a:fld id="{63A37DF2-52E1-45CF-805D-9CC48ACD108F}" type="slidenum">
              <a:rPr lang="lv-LV" altLang="en-US"/>
              <a:pPr/>
              <a:t>‹#›</a:t>
            </a:fld>
            <a:endParaRPr lang="lv-LV" altLang="en-US"/>
          </a:p>
        </p:txBody>
      </p:sp>
    </p:spTree>
    <p:extLst>
      <p:ext uri="{BB962C8B-B14F-4D97-AF65-F5344CB8AC3E}">
        <p14:creationId xmlns:p14="http://schemas.microsoft.com/office/powerpoint/2010/main" val="30084044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Virsraksts un tabula">
    <p:spTree>
      <p:nvGrpSpPr>
        <p:cNvPr id="1" name=""/>
        <p:cNvGrpSpPr/>
        <p:nvPr/>
      </p:nvGrpSpPr>
      <p:grpSpPr>
        <a:xfrm>
          <a:off x="0" y="0"/>
          <a:ext cx="0" cy="0"/>
          <a:chOff x="0" y="0"/>
          <a:chExt cx="0" cy="0"/>
        </a:xfrm>
      </p:grpSpPr>
      <p:sp>
        <p:nvSpPr>
          <p:cNvPr id="2" name="Virsraksts 1"/>
          <p:cNvSpPr>
            <a:spLocks noGrp="1"/>
          </p:cNvSpPr>
          <p:nvPr>
            <p:ph type="title"/>
          </p:nvPr>
        </p:nvSpPr>
        <p:spPr>
          <a:xfrm>
            <a:off x="609600" y="274638"/>
            <a:ext cx="10972800" cy="1143000"/>
          </a:xfrm>
        </p:spPr>
        <p:txBody>
          <a:bodyPr/>
          <a:lstStyle/>
          <a:p>
            <a:r>
              <a:rPr lang="lv-LV"/>
              <a:t>Rediģēt šablona virsraksta stilu</a:t>
            </a:r>
            <a:endParaRPr lang="en-GB"/>
          </a:p>
        </p:txBody>
      </p:sp>
      <p:sp>
        <p:nvSpPr>
          <p:cNvPr id="3" name="Tabulas vietturis 2"/>
          <p:cNvSpPr>
            <a:spLocks noGrp="1"/>
          </p:cNvSpPr>
          <p:nvPr>
            <p:ph type="tbl" idx="1"/>
          </p:nvPr>
        </p:nvSpPr>
        <p:spPr>
          <a:xfrm>
            <a:off x="609600" y="1600201"/>
            <a:ext cx="10972800" cy="4525963"/>
          </a:xfrm>
        </p:spPr>
        <p:txBody>
          <a:bodyPr/>
          <a:lstStyle/>
          <a:p>
            <a:pPr lvl="0"/>
            <a:endParaRPr lang="en-GB" noProof="0"/>
          </a:p>
        </p:txBody>
      </p:sp>
      <p:sp>
        <p:nvSpPr>
          <p:cNvPr id="4" name="Rectangle 4">
            <a:extLst>
              <a:ext uri="{FF2B5EF4-FFF2-40B4-BE49-F238E27FC236}">
                <a16:creationId xmlns:a16="http://schemas.microsoft.com/office/drawing/2014/main" id="{FF4A2224-7D72-463E-A750-BCB8FB229FAA}"/>
              </a:ext>
            </a:extLst>
          </p:cNvPr>
          <p:cNvSpPr>
            <a:spLocks noGrp="1" noChangeArrowheads="1"/>
          </p:cNvSpPr>
          <p:nvPr>
            <p:ph type="dt" sz="half" idx="10"/>
          </p:nvPr>
        </p:nvSpPr>
        <p:spPr>
          <a:ln/>
        </p:spPr>
        <p:txBody>
          <a:bodyPr/>
          <a:lstStyle>
            <a:lvl1pPr>
              <a:defRPr/>
            </a:lvl1pPr>
          </a:lstStyle>
          <a:p>
            <a:pPr>
              <a:defRPr/>
            </a:pPr>
            <a:fld id="{70DA4A4C-0B87-4EEE-ABD9-4ECD9946D87B}" type="datetime1">
              <a:rPr lang="lv-LV"/>
              <a:pPr>
                <a:defRPr/>
              </a:pPr>
              <a:t>20.01.2026</a:t>
            </a:fld>
            <a:endParaRPr lang="lv-LV"/>
          </a:p>
        </p:txBody>
      </p:sp>
      <p:sp>
        <p:nvSpPr>
          <p:cNvPr id="5" name="Rectangle 5">
            <a:extLst>
              <a:ext uri="{FF2B5EF4-FFF2-40B4-BE49-F238E27FC236}">
                <a16:creationId xmlns:a16="http://schemas.microsoft.com/office/drawing/2014/main" id="{79948262-E941-49A4-90D5-6CE7D679FE1C}"/>
              </a:ext>
            </a:extLst>
          </p:cNvPr>
          <p:cNvSpPr>
            <a:spLocks noGrp="1" noChangeArrowheads="1"/>
          </p:cNvSpPr>
          <p:nvPr>
            <p:ph type="ftr" sz="quarter" idx="11"/>
          </p:nvPr>
        </p:nvSpPr>
        <p:spPr>
          <a:ln/>
        </p:spPr>
        <p:txBody>
          <a:bodyPr/>
          <a:lstStyle>
            <a:lvl1pPr>
              <a:defRPr/>
            </a:lvl1pPr>
          </a:lstStyle>
          <a:p>
            <a:pPr>
              <a:defRPr/>
            </a:pPr>
            <a:endParaRPr lang="lv-LV"/>
          </a:p>
        </p:txBody>
      </p:sp>
      <p:sp>
        <p:nvSpPr>
          <p:cNvPr id="6" name="Rectangle 6">
            <a:extLst>
              <a:ext uri="{FF2B5EF4-FFF2-40B4-BE49-F238E27FC236}">
                <a16:creationId xmlns:a16="http://schemas.microsoft.com/office/drawing/2014/main" id="{5E2CD57B-5726-4FB3-B4EE-098C6AF16106}"/>
              </a:ext>
            </a:extLst>
          </p:cNvPr>
          <p:cNvSpPr>
            <a:spLocks noGrp="1" noChangeArrowheads="1"/>
          </p:cNvSpPr>
          <p:nvPr>
            <p:ph type="sldNum" sz="quarter" idx="12"/>
          </p:nvPr>
        </p:nvSpPr>
        <p:spPr>
          <a:ln/>
        </p:spPr>
        <p:txBody>
          <a:bodyPr/>
          <a:lstStyle>
            <a:lvl1pPr>
              <a:defRPr/>
            </a:lvl1pPr>
          </a:lstStyle>
          <a:p>
            <a:fld id="{FD8541B5-3BC2-426B-BFEC-8DB6ED32CD45}" type="slidenum">
              <a:rPr lang="lv-LV" altLang="en-US"/>
              <a:pPr/>
              <a:t>‹#›</a:t>
            </a:fld>
            <a:endParaRPr lang="lv-LV" altLang="en-US"/>
          </a:p>
        </p:txBody>
      </p:sp>
    </p:spTree>
    <p:extLst>
      <p:ext uri="{BB962C8B-B14F-4D97-AF65-F5344CB8AC3E}">
        <p14:creationId xmlns:p14="http://schemas.microsoft.com/office/powerpoint/2010/main" val="9856193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Virsraksts un 4 saturi">
    <p:spTree>
      <p:nvGrpSpPr>
        <p:cNvPr id="1" name=""/>
        <p:cNvGrpSpPr/>
        <p:nvPr/>
      </p:nvGrpSpPr>
      <p:grpSpPr>
        <a:xfrm>
          <a:off x="0" y="0"/>
          <a:ext cx="0" cy="0"/>
          <a:chOff x="0" y="0"/>
          <a:chExt cx="0" cy="0"/>
        </a:xfrm>
      </p:grpSpPr>
      <p:sp>
        <p:nvSpPr>
          <p:cNvPr id="2" name="Virsraksts 1"/>
          <p:cNvSpPr>
            <a:spLocks noGrp="1"/>
          </p:cNvSpPr>
          <p:nvPr>
            <p:ph type="title" sz="quarter"/>
          </p:nvPr>
        </p:nvSpPr>
        <p:spPr>
          <a:xfrm>
            <a:off x="609600" y="274638"/>
            <a:ext cx="10972800" cy="1143000"/>
          </a:xfrm>
        </p:spPr>
        <p:txBody>
          <a:bodyPr/>
          <a:lstStyle/>
          <a:p>
            <a:r>
              <a:rPr lang="lv-LV"/>
              <a:t>Rediģēt šablona virsraksta stilu</a:t>
            </a:r>
            <a:endParaRPr lang="en-GB"/>
          </a:p>
        </p:txBody>
      </p:sp>
      <p:sp>
        <p:nvSpPr>
          <p:cNvPr id="3" name="Satura vietturis 2"/>
          <p:cNvSpPr>
            <a:spLocks noGrp="1"/>
          </p:cNvSpPr>
          <p:nvPr>
            <p:ph sz="quarter" idx="1"/>
          </p:nvPr>
        </p:nvSpPr>
        <p:spPr>
          <a:xfrm>
            <a:off x="609600" y="1600200"/>
            <a:ext cx="5384800" cy="2185988"/>
          </a:xfrm>
        </p:spPr>
        <p:txBody>
          <a:bodyPr/>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4" name="Satura vietturis 3"/>
          <p:cNvSpPr>
            <a:spLocks noGrp="1"/>
          </p:cNvSpPr>
          <p:nvPr>
            <p:ph sz="quarter" idx="2"/>
          </p:nvPr>
        </p:nvSpPr>
        <p:spPr>
          <a:xfrm>
            <a:off x="6197600" y="1600200"/>
            <a:ext cx="5384800" cy="2185988"/>
          </a:xfrm>
        </p:spPr>
        <p:txBody>
          <a:bodyPr/>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5" name="Satura vietturis 4"/>
          <p:cNvSpPr>
            <a:spLocks noGrp="1"/>
          </p:cNvSpPr>
          <p:nvPr>
            <p:ph sz="quarter" idx="3"/>
          </p:nvPr>
        </p:nvSpPr>
        <p:spPr>
          <a:xfrm>
            <a:off x="609600" y="3938589"/>
            <a:ext cx="5384800" cy="2187575"/>
          </a:xfrm>
        </p:spPr>
        <p:txBody>
          <a:bodyPr/>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6" name="Satura vietturis 5"/>
          <p:cNvSpPr>
            <a:spLocks noGrp="1"/>
          </p:cNvSpPr>
          <p:nvPr>
            <p:ph sz="quarter" idx="4"/>
          </p:nvPr>
        </p:nvSpPr>
        <p:spPr>
          <a:xfrm>
            <a:off x="6197600" y="3938589"/>
            <a:ext cx="5384800" cy="2187575"/>
          </a:xfrm>
        </p:spPr>
        <p:txBody>
          <a:bodyPr/>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7" name="Rectangle 4">
            <a:extLst>
              <a:ext uri="{FF2B5EF4-FFF2-40B4-BE49-F238E27FC236}">
                <a16:creationId xmlns:a16="http://schemas.microsoft.com/office/drawing/2014/main" id="{D065790E-448D-4D1F-B425-D7CCED42AAA0}"/>
              </a:ext>
            </a:extLst>
          </p:cNvPr>
          <p:cNvSpPr>
            <a:spLocks noGrp="1" noChangeArrowheads="1"/>
          </p:cNvSpPr>
          <p:nvPr>
            <p:ph type="dt" sz="half" idx="10"/>
          </p:nvPr>
        </p:nvSpPr>
        <p:spPr>
          <a:ln/>
        </p:spPr>
        <p:txBody>
          <a:bodyPr/>
          <a:lstStyle>
            <a:lvl1pPr>
              <a:defRPr/>
            </a:lvl1pPr>
          </a:lstStyle>
          <a:p>
            <a:pPr>
              <a:defRPr/>
            </a:pPr>
            <a:fld id="{2DAA659F-EB12-4196-A204-64436987B6C3}" type="datetime1">
              <a:rPr lang="lv-LV"/>
              <a:pPr>
                <a:defRPr/>
              </a:pPr>
              <a:t>20.01.2026</a:t>
            </a:fld>
            <a:endParaRPr lang="lv-LV"/>
          </a:p>
        </p:txBody>
      </p:sp>
      <p:sp>
        <p:nvSpPr>
          <p:cNvPr id="8" name="Rectangle 5">
            <a:extLst>
              <a:ext uri="{FF2B5EF4-FFF2-40B4-BE49-F238E27FC236}">
                <a16:creationId xmlns:a16="http://schemas.microsoft.com/office/drawing/2014/main" id="{B2855BA6-7BD5-47F2-9B6A-3F9F436FB261}"/>
              </a:ext>
            </a:extLst>
          </p:cNvPr>
          <p:cNvSpPr>
            <a:spLocks noGrp="1" noChangeArrowheads="1"/>
          </p:cNvSpPr>
          <p:nvPr>
            <p:ph type="ftr" sz="quarter" idx="11"/>
          </p:nvPr>
        </p:nvSpPr>
        <p:spPr>
          <a:ln/>
        </p:spPr>
        <p:txBody>
          <a:bodyPr/>
          <a:lstStyle>
            <a:lvl1pPr>
              <a:defRPr/>
            </a:lvl1pPr>
          </a:lstStyle>
          <a:p>
            <a:pPr>
              <a:defRPr/>
            </a:pPr>
            <a:endParaRPr lang="lv-LV"/>
          </a:p>
        </p:txBody>
      </p:sp>
      <p:sp>
        <p:nvSpPr>
          <p:cNvPr id="9" name="Rectangle 6">
            <a:extLst>
              <a:ext uri="{FF2B5EF4-FFF2-40B4-BE49-F238E27FC236}">
                <a16:creationId xmlns:a16="http://schemas.microsoft.com/office/drawing/2014/main" id="{179670E4-5436-4B0A-8779-B53F5ED2A65A}"/>
              </a:ext>
            </a:extLst>
          </p:cNvPr>
          <p:cNvSpPr>
            <a:spLocks noGrp="1" noChangeArrowheads="1"/>
          </p:cNvSpPr>
          <p:nvPr>
            <p:ph type="sldNum" sz="quarter" idx="12"/>
          </p:nvPr>
        </p:nvSpPr>
        <p:spPr>
          <a:ln/>
        </p:spPr>
        <p:txBody>
          <a:bodyPr/>
          <a:lstStyle>
            <a:lvl1pPr>
              <a:defRPr/>
            </a:lvl1pPr>
          </a:lstStyle>
          <a:p>
            <a:fld id="{892707AC-9635-48DF-94C7-24D9683B1A7D}" type="slidenum">
              <a:rPr lang="lv-LV" altLang="en-US"/>
              <a:pPr/>
              <a:t>‹#›</a:t>
            </a:fld>
            <a:endParaRPr lang="lv-LV" altLang="en-US"/>
          </a:p>
        </p:txBody>
      </p:sp>
    </p:spTree>
    <p:extLst>
      <p:ext uri="{BB962C8B-B14F-4D97-AF65-F5344CB8AC3E}">
        <p14:creationId xmlns:p14="http://schemas.microsoft.com/office/powerpoint/2010/main" val="321167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Virsraksts, saturs un 2 saturi">
    <p:spTree>
      <p:nvGrpSpPr>
        <p:cNvPr id="1" name=""/>
        <p:cNvGrpSpPr/>
        <p:nvPr/>
      </p:nvGrpSpPr>
      <p:grpSpPr>
        <a:xfrm>
          <a:off x="0" y="0"/>
          <a:ext cx="0" cy="0"/>
          <a:chOff x="0" y="0"/>
          <a:chExt cx="0" cy="0"/>
        </a:xfrm>
      </p:grpSpPr>
      <p:sp>
        <p:nvSpPr>
          <p:cNvPr id="2" name="Virsraksts 1"/>
          <p:cNvSpPr>
            <a:spLocks noGrp="1"/>
          </p:cNvSpPr>
          <p:nvPr>
            <p:ph type="title"/>
          </p:nvPr>
        </p:nvSpPr>
        <p:spPr>
          <a:xfrm>
            <a:off x="609600" y="274638"/>
            <a:ext cx="10972800" cy="1143000"/>
          </a:xfrm>
        </p:spPr>
        <p:txBody>
          <a:bodyPr/>
          <a:lstStyle/>
          <a:p>
            <a:r>
              <a:rPr lang="lv-LV"/>
              <a:t>Rediģēt šablona virsraksta stilu</a:t>
            </a:r>
            <a:endParaRPr lang="en-GB"/>
          </a:p>
        </p:txBody>
      </p:sp>
      <p:sp>
        <p:nvSpPr>
          <p:cNvPr id="3" name="Satura vietturis 2"/>
          <p:cNvSpPr>
            <a:spLocks noGrp="1"/>
          </p:cNvSpPr>
          <p:nvPr>
            <p:ph sz="half" idx="1"/>
          </p:nvPr>
        </p:nvSpPr>
        <p:spPr>
          <a:xfrm>
            <a:off x="609600" y="1600201"/>
            <a:ext cx="5384800" cy="4525963"/>
          </a:xfrm>
        </p:spPr>
        <p:txBody>
          <a:bodyPr/>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4" name="Satura vietturis 3"/>
          <p:cNvSpPr>
            <a:spLocks noGrp="1"/>
          </p:cNvSpPr>
          <p:nvPr>
            <p:ph sz="quarter" idx="2"/>
          </p:nvPr>
        </p:nvSpPr>
        <p:spPr>
          <a:xfrm>
            <a:off x="6197600" y="1600200"/>
            <a:ext cx="5384800" cy="2185988"/>
          </a:xfrm>
        </p:spPr>
        <p:txBody>
          <a:bodyPr/>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5" name="Satura vietturis 4"/>
          <p:cNvSpPr>
            <a:spLocks noGrp="1"/>
          </p:cNvSpPr>
          <p:nvPr>
            <p:ph sz="quarter" idx="3"/>
          </p:nvPr>
        </p:nvSpPr>
        <p:spPr>
          <a:xfrm>
            <a:off x="6197600" y="3938589"/>
            <a:ext cx="5384800" cy="2187575"/>
          </a:xfrm>
        </p:spPr>
        <p:txBody>
          <a:bodyPr/>
          <a:lstStyle/>
          <a:p>
            <a:pPr lvl="0"/>
            <a:r>
              <a:rPr lang="lv-LV"/>
              <a:t>Rediģēt šablona teksta stilus</a:t>
            </a:r>
          </a:p>
          <a:p>
            <a:pPr lvl="1"/>
            <a:r>
              <a:rPr lang="lv-LV"/>
              <a:t>Otrais līmenis</a:t>
            </a:r>
          </a:p>
          <a:p>
            <a:pPr lvl="2"/>
            <a:r>
              <a:rPr lang="lv-LV"/>
              <a:t>Trešais līmenis</a:t>
            </a:r>
          </a:p>
          <a:p>
            <a:pPr lvl="3"/>
            <a:r>
              <a:rPr lang="lv-LV"/>
              <a:t>Ceturtais līmenis</a:t>
            </a:r>
          </a:p>
          <a:p>
            <a:pPr lvl="4"/>
            <a:r>
              <a:rPr lang="lv-LV"/>
              <a:t>Piektais līmenis</a:t>
            </a:r>
            <a:endParaRPr lang="en-GB"/>
          </a:p>
        </p:txBody>
      </p:sp>
      <p:sp>
        <p:nvSpPr>
          <p:cNvPr id="6" name="Rectangle 4">
            <a:extLst>
              <a:ext uri="{FF2B5EF4-FFF2-40B4-BE49-F238E27FC236}">
                <a16:creationId xmlns:a16="http://schemas.microsoft.com/office/drawing/2014/main" id="{C6646D9A-AE9B-46BA-9CDC-35B67EAFC101}"/>
              </a:ext>
            </a:extLst>
          </p:cNvPr>
          <p:cNvSpPr>
            <a:spLocks noGrp="1" noChangeArrowheads="1"/>
          </p:cNvSpPr>
          <p:nvPr>
            <p:ph type="dt" sz="half" idx="10"/>
          </p:nvPr>
        </p:nvSpPr>
        <p:spPr>
          <a:ln/>
        </p:spPr>
        <p:txBody>
          <a:bodyPr/>
          <a:lstStyle>
            <a:lvl1pPr>
              <a:defRPr/>
            </a:lvl1pPr>
          </a:lstStyle>
          <a:p>
            <a:pPr>
              <a:defRPr/>
            </a:pPr>
            <a:fld id="{95DD4D92-8EE8-41A5-B75A-9C74A2339663}" type="datetime1">
              <a:rPr lang="lv-LV"/>
              <a:pPr>
                <a:defRPr/>
              </a:pPr>
              <a:t>20.01.2026</a:t>
            </a:fld>
            <a:endParaRPr lang="lv-LV"/>
          </a:p>
        </p:txBody>
      </p:sp>
      <p:sp>
        <p:nvSpPr>
          <p:cNvPr id="7" name="Rectangle 5">
            <a:extLst>
              <a:ext uri="{FF2B5EF4-FFF2-40B4-BE49-F238E27FC236}">
                <a16:creationId xmlns:a16="http://schemas.microsoft.com/office/drawing/2014/main" id="{8F64983B-1D74-42FB-A1F8-16ADD5763E69}"/>
              </a:ext>
            </a:extLst>
          </p:cNvPr>
          <p:cNvSpPr>
            <a:spLocks noGrp="1" noChangeArrowheads="1"/>
          </p:cNvSpPr>
          <p:nvPr>
            <p:ph type="ftr" sz="quarter" idx="11"/>
          </p:nvPr>
        </p:nvSpPr>
        <p:spPr>
          <a:ln/>
        </p:spPr>
        <p:txBody>
          <a:bodyPr/>
          <a:lstStyle>
            <a:lvl1pPr>
              <a:defRPr/>
            </a:lvl1pPr>
          </a:lstStyle>
          <a:p>
            <a:pPr>
              <a:defRPr/>
            </a:pPr>
            <a:endParaRPr lang="lv-LV"/>
          </a:p>
        </p:txBody>
      </p:sp>
      <p:sp>
        <p:nvSpPr>
          <p:cNvPr id="8" name="Rectangle 6">
            <a:extLst>
              <a:ext uri="{FF2B5EF4-FFF2-40B4-BE49-F238E27FC236}">
                <a16:creationId xmlns:a16="http://schemas.microsoft.com/office/drawing/2014/main" id="{081962DA-BD01-4A3A-A29F-451D56D497C4}"/>
              </a:ext>
            </a:extLst>
          </p:cNvPr>
          <p:cNvSpPr>
            <a:spLocks noGrp="1" noChangeArrowheads="1"/>
          </p:cNvSpPr>
          <p:nvPr>
            <p:ph type="sldNum" sz="quarter" idx="12"/>
          </p:nvPr>
        </p:nvSpPr>
        <p:spPr>
          <a:ln/>
        </p:spPr>
        <p:txBody>
          <a:bodyPr/>
          <a:lstStyle>
            <a:lvl1pPr>
              <a:defRPr/>
            </a:lvl1pPr>
          </a:lstStyle>
          <a:p>
            <a:fld id="{D94E9A12-578F-4D40-B0A2-820968EDFFB9}" type="slidenum">
              <a:rPr lang="lv-LV" altLang="en-US"/>
              <a:pPr/>
              <a:t>‹#›</a:t>
            </a:fld>
            <a:endParaRPr lang="lv-LV" altLang="en-US"/>
          </a:p>
        </p:txBody>
      </p:sp>
    </p:spTree>
    <p:extLst>
      <p:ext uri="{BB962C8B-B14F-4D97-AF65-F5344CB8AC3E}">
        <p14:creationId xmlns:p14="http://schemas.microsoft.com/office/powerpoint/2010/main" val="850073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A9127786-BD5C-4A25-9104-89A763727563}"/>
              </a:ext>
            </a:extLst>
          </p:cNvPr>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lv-LV" altLang="en-US"/>
              <a:t>Click to edit Master title style</a:t>
            </a:r>
          </a:p>
        </p:txBody>
      </p:sp>
      <p:sp>
        <p:nvSpPr>
          <p:cNvPr id="2051" name="Rectangle 3">
            <a:extLst>
              <a:ext uri="{FF2B5EF4-FFF2-40B4-BE49-F238E27FC236}">
                <a16:creationId xmlns:a16="http://schemas.microsoft.com/office/drawing/2014/main" id="{EF6B2521-825D-441B-BF95-835571D4BCF4}"/>
              </a:ext>
            </a:extLst>
          </p:cNvPr>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lv-LV" altLang="en-US"/>
              <a:t>Click to edit Master text styles</a:t>
            </a:r>
          </a:p>
          <a:p>
            <a:pPr lvl="1"/>
            <a:r>
              <a:rPr lang="lv-LV" altLang="en-US"/>
              <a:t>Second level</a:t>
            </a:r>
          </a:p>
          <a:p>
            <a:pPr lvl="2"/>
            <a:r>
              <a:rPr lang="lv-LV" altLang="en-US"/>
              <a:t>Third level</a:t>
            </a:r>
          </a:p>
          <a:p>
            <a:pPr lvl="3"/>
            <a:r>
              <a:rPr lang="lv-LV" altLang="en-US"/>
              <a:t>Fourth level</a:t>
            </a:r>
          </a:p>
          <a:p>
            <a:pPr lvl="4"/>
            <a:r>
              <a:rPr lang="lv-LV" altLang="en-US"/>
              <a:t>Fifth level</a:t>
            </a:r>
          </a:p>
        </p:txBody>
      </p:sp>
      <p:sp>
        <p:nvSpPr>
          <p:cNvPr id="78852" name="Rectangle 4">
            <a:extLst>
              <a:ext uri="{FF2B5EF4-FFF2-40B4-BE49-F238E27FC236}">
                <a16:creationId xmlns:a16="http://schemas.microsoft.com/office/drawing/2014/main" id="{64C28373-B477-4575-94E4-AC2CFB15086D}"/>
              </a:ext>
            </a:extLst>
          </p:cNvPr>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fld id="{10ED899B-7464-4A36-AE28-37FD11DDB9FF}" type="datetime1">
              <a:rPr lang="lv-LV"/>
              <a:pPr>
                <a:defRPr/>
              </a:pPr>
              <a:t>20.01.2026</a:t>
            </a:fld>
            <a:endParaRPr lang="lv-LV"/>
          </a:p>
        </p:txBody>
      </p:sp>
      <p:sp>
        <p:nvSpPr>
          <p:cNvPr id="78853" name="Rectangle 5">
            <a:extLst>
              <a:ext uri="{FF2B5EF4-FFF2-40B4-BE49-F238E27FC236}">
                <a16:creationId xmlns:a16="http://schemas.microsoft.com/office/drawing/2014/main" id="{B4361D82-AC8A-44D0-83E5-976FAB994CBB}"/>
              </a:ext>
            </a:extLst>
          </p:cNvPr>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lv-LV"/>
          </a:p>
        </p:txBody>
      </p:sp>
      <p:sp>
        <p:nvSpPr>
          <p:cNvPr id="78854" name="Rectangle 6">
            <a:extLst>
              <a:ext uri="{FF2B5EF4-FFF2-40B4-BE49-F238E27FC236}">
                <a16:creationId xmlns:a16="http://schemas.microsoft.com/office/drawing/2014/main" id="{3648A2FD-FB69-43F7-8B53-B171B9199157}"/>
              </a:ext>
            </a:extLst>
          </p:cNvPr>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fld id="{46696FF0-79D7-45F5-B9B6-F597B917C578}" type="slidenum">
              <a:rPr lang="lv-LV" altLang="en-US"/>
              <a:pPr/>
              <a:t>‹#›</a:t>
            </a:fld>
            <a:endParaRPr lang="lv-LV"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5.xml"/><Relationship Id="rId1" Type="http://schemas.openxmlformats.org/officeDocument/2006/relationships/vmlDrawing" Target="../drawings/vmlDrawing1.vml"/><Relationship Id="rId6" Type="http://schemas.openxmlformats.org/officeDocument/2006/relationships/image" Target="../media/image30.wmf"/><Relationship Id="rId5" Type="http://schemas.openxmlformats.org/officeDocument/2006/relationships/oleObject" Target="../embeddings/oleObject2.bin"/><Relationship Id="rId4" Type="http://schemas.openxmlformats.org/officeDocument/2006/relationships/image" Target="../media/image29.wmf"/></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4.jpeg"/></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11.xml"/><Relationship Id="rId7" Type="http://schemas.openxmlformats.org/officeDocument/2006/relationships/image" Target="../media/image36.wmf"/><Relationship Id="rId2" Type="http://schemas.openxmlformats.org/officeDocument/2006/relationships/slideLayout" Target="../slideLayouts/slideLayout14.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35.wmf"/><Relationship Id="rId4" Type="http://schemas.openxmlformats.org/officeDocument/2006/relationships/oleObject" Target="../embeddings/oleObject3.bin"/><Relationship Id="rId9" Type="http://schemas.openxmlformats.org/officeDocument/2006/relationships/image" Target="../media/image37.wmf"/></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www.ebay.com/motors/blog/what-is-a-catalytic-converter-" TargetMode="External"/><Relationship Id="rId5" Type="http://schemas.openxmlformats.org/officeDocument/2006/relationships/image" Target="../media/image40.jpe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E3C4796-B87A-4A6F-8A3A-1C6A0090B192}"/>
              </a:ext>
            </a:extLst>
          </p:cNvPr>
          <p:cNvSpPr>
            <a:spLocks noGrp="1" noChangeArrowheads="1"/>
          </p:cNvSpPr>
          <p:nvPr>
            <p:ph type="ctrTitle"/>
          </p:nvPr>
        </p:nvSpPr>
        <p:spPr/>
        <p:txBody>
          <a:bodyPr/>
          <a:lstStyle/>
          <a:p>
            <a:pPr eaLnBrk="1" hangingPunct="1"/>
            <a:r>
              <a:rPr lang="lv-LV" altLang="en-US" sz="4600" b="1">
                <a:solidFill>
                  <a:srgbClr val="008000"/>
                </a:solidFill>
              </a:rPr>
              <a:t>ĶĪMISKĀ KINĒTIKA</a:t>
            </a:r>
          </a:p>
        </p:txBody>
      </p:sp>
      <p:sp>
        <p:nvSpPr>
          <p:cNvPr id="5" name="Rectangle 3">
            <a:extLst>
              <a:ext uri="{FF2B5EF4-FFF2-40B4-BE49-F238E27FC236}">
                <a16:creationId xmlns:a16="http://schemas.microsoft.com/office/drawing/2014/main" id="{151FBBDB-B6ED-4EA4-A2C0-DD062F103843}"/>
              </a:ext>
            </a:extLst>
          </p:cNvPr>
          <p:cNvSpPr>
            <a:spLocks noGrp="1" noChangeArrowheads="1"/>
          </p:cNvSpPr>
          <p:nvPr>
            <p:ph type="subTitle" idx="1"/>
          </p:nvPr>
        </p:nvSpPr>
        <p:spPr>
          <a:xfrm>
            <a:off x="4448175" y="3644900"/>
            <a:ext cx="6400800" cy="1008063"/>
          </a:xfrm>
        </p:spPr>
        <p:txBody>
          <a:bodyPr/>
          <a:lstStyle/>
          <a:p>
            <a:pPr eaLnBrk="1" hangingPunct="1"/>
            <a:r>
              <a:rPr lang="lv-LV" altLang="en-US" sz="3600" dirty="0"/>
              <a:t>ĶĪMIJA II – 12. klase</a:t>
            </a:r>
            <a:endParaRPr lang="en-US" altLang="en-US" sz="3600" dirty="0"/>
          </a:p>
        </p:txBody>
      </p:sp>
      <p:sp>
        <p:nvSpPr>
          <p:cNvPr id="6" name="Rectangle 4">
            <a:extLst>
              <a:ext uri="{FF2B5EF4-FFF2-40B4-BE49-F238E27FC236}">
                <a16:creationId xmlns:a16="http://schemas.microsoft.com/office/drawing/2014/main" id="{85C28685-720F-4D53-BF3D-823C132C29FC}"/>
              </a:ext>
            </a:extLst>
          </p:cNvPr>
          <p:cNvSpPr>
            <a:spLocks noChangeArrowheads="1"/>
          </p:cNvSpPr>
          <p:nvPr/>
        </p:nvSpPr>
        <p:spPr bwMode="auto">
          <a:xfrm>
            <a:off x="5591175" y="5507038"/>
            <a:ext cx="6400800" cy="110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lv-LV" altLang="en-US" sz="3600"/>
              <a:t>Iveta Ancāne</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B94938F3-88DE-447E-9BA3-5A4895B32372}"/>
              </a:ext>
            </a:extLst>
          </p:cNvPr>
          <p:cNvSpPr>
            <a:spLocks noGrp="1" noChangeArrowheads="1"/>
          </p:cNvSpPr>
          <p:nvPr>
            <p:ph type="title"/>
          </p:nvPr>
        </p:nvSpPr>
        <p:spPr>
          <a:xfrm>
            <a:off x="479376" y="1352"/>
            <a:ext cx="10972800" cy="915987"/>
          </a:xfrm>
        </p:spPr>
        <p:txBody>
          <a:bodyPr/>
          <a:lstStyle/>
          <a:p>
            <a:pPr eaLnBrk="1" hangingPunct="1"/>
            <a:r>
              <a:rPr lang="lv-LV" altLang="lv-LV" dirty="0">
                <a:solidFill>
                  <a:srgbClr val="00B050"/>
                </a:solidFill>
                <a:cs typeface="Times New Roman" panose="02020603050405020304" pitchFamily="18" charset="0"/>
              </a:rPr>
              <a:t>Sasniedzamais rezultāts</a:t>
            </a:r>
          </a:p>
        </p:txBody>
      </p:sp>
      <p:sp>
        <p:nvSpPr>
          <p:cNvPr id="61443" name="Rectangle 3">
            <a:extLst>
              <a:ext uri="{FF2B5EF4-FFF2-40B4-BE49-F238E27FC236}">
                <a16:creationId xmlns:a16="http://schemas.microsoft.com/office/drawing/2014/main" id="{16DB6B61-390D-4EE1-8734-5ADCBC4AAAEA}"/>
              </a:ext>
            </a:extLst>
          </p:cNvPr>
          <p:cNvSpPr>
            <a:spLocks noGrp="1" noChangeArrowheads="1"/>
          </p:cNvSpPr>
          <p:nvPr>
            <p:ph type="body" idx="1"/>
          </p:nvPr>
        </p:nvSpPr>
        <p:spPr>
          <a:xfrm>
            <a:off x="609600" y="1197773"/>
            <a:ext cx="10972800" cy="4114800"/>
          </a:xfrm>
        </p:spPr>
        <p:txBody>
          <a:bodyPr/>
          <a:lstStyle/>
          <a:p>
            <a:r>
              <a:rPr lang="lv-LV" sz="2800" dirty="0"/>
              <a:t>Skaidroju ķīmiskās reakcijas norisi, izmantojot matemātiskas sakarības starp izejvielu koncentrāciju un ķīmiskās reakcijas ātrumu, kā arī temperatūru un ķīmiskās reakcijas ātrumu.</a:t>
            </a:r>
          </a:p>
          <a:p>
            <a:r>
              <a:rPr lang="en-US" sz="2800" dirty="0" err="1"/>
              <a:t>Prognozēju</a:t>
            </a:r>
            <a:r>
              <a:rPr lang="en-US" sz="2800" dirty="0"/>
              <a:t> </a:t>
            </a:r>
            <a:r>
              <a:rPr lang="en-US" sz="2800" dirty="0" err="1"/>
              <a:t>ķīmiskās</a:t>
            </a:r>
            <a:r>
              <a:rPr lang="en-US" sz="2800" dirty="0"/>
              <a:t> </a:t>
            </a:r>
            <a:r>
              <a:rPr lang="en-US" sz="2800" dirty="0" err="1"/>
              <a:t>reakcijas</a:t>
            </a:r>
            <a:r>
              <a:rPr lang="en-US" sz="2800" dirty="0"/>
              <a:t> </a:t>
            </a:r>
            <a:r>
              <a:rPr lang="en-US" sz="2800" dirty="0" err="1"/>
              <a:t>ātruma</a:t>
            </a:r>
            <a:r>
              <a:rPr lang="en-US" sz="2800" dirty="0"/>
              <a:t> </a:t>
            </a:r>
            <a:r>
              <a:rPr lang="en-US" sz="2800" dirty="0" err="1"/>
              <a:t>izmaiņas</a:t>
            </a:r>
            <a:r>
              <a:rPr lang="en-US" sz="2800" dirty="0"/>
              <a:t> </a:t>
            </a:r>
            <a:r>
              <a:rPr lang="en-US" sz="2800" dirty="0" err="1"/>
              <a:t>atkarībā</a:t>
            </a:r>
            <a:r>
              <a:rPr lang="en-US" sz="2800" dirty="0"/>
              <a:t> no </a:t>
            </a:r>
            <a:r>
              <a:rPr lang="en-US" sz="2800" dirty="0" err="1"/>
              <a:t>izejvielu</a:t>
            </a:r>
            <a:r>
              <a:rPr lang="en-US" sz="2800" dirty="0"/>
              <a:t> </a:t>
            </a:r>
            <a:r>
              <a:rPr lang="en-US" sz="2800" dirty="0" err="1"/>
              <a:t>koncentrācijas</a:t>
            </a:r>
            <a:r>
              <a:rPr lang="en-US" sz="2800" dirty="0"/>
              <a:t> un </a:t>
            </a:r>
            <a:r>
              <a:rPr lang="en-US" sz="2800" dirty="0" err="1"/>
              <a:t>temperatūras</a:t>
            </a:r>
            <a:r>
              <a:rPr lang="en-US" sz="2800" dirty="0"/>
              <a:t>, </a:t>
            </a:r>
            <a:r>
              <a:rPr lang="en-US" sz="2800" dirty="0" err="1"/>
              <a:t>izmantojot</a:t>
            </a:r>
            <a:r>
              <a:rPr lang="en-US" sz="2800" dirty="0"/>
              <a:t> </a:t>
            </a:r>
            <a:r>
              <a:rPr lang="en-US" sz="2800" dirty="0" err="1"/>
              <a:t>aktīvo</a:t>
            </a:r>
            <a:r>
              <a:rPr lang="en-US" sz="2800" dirty="0"/>
              <a:t> </a:t>
            </a:r>
            <a:r>
              <a:rPr lang="en-US" sz="2800" dirty="0" err="1"/>
              <a:t>masu</a:t>
            </a:r>
            <a:r>
              <a:rPr lang="en-US" sz="2800" dirty="0"/>
              <a:t> </a:t>
            </a:r>
            <a:r>
              <a:rPr lang="en-US" sz="2800" dirty="0" err="1"/>
              <a:t>likumu</a:t>
            </a:r>
            <a:r>
              <a:rPr lang="en-US" sz="2800" dirty="0"/>
              <a:t>, </a:t>
            </a:r>
            <a:r>
              <a:rPr lang="en-US" sz="2800" dirty="0" err="1"/>
              <a:t>van’t</a:t>
            </a:r>
            <a:r>
              <a:rPr lang="en-US" sz="2800" dirty="0"/>
              <a:t> </a:t>
            </a:r>
            <a:r>
              <a:rPr lang="en-US" sz="2800" dirty="0" err="1"/>
              <a:t>Hofa</a:t>
            </a:r>
            <a:r>
              <a:rPr lang="en-US" sz="2800" dirty="0"/>
              <a:t> </a:t>
            </a:r>
            <a:r>
              <a:rPr lang="en-US" sz="2800" dirty="0" err="1"/>
              <a:t>likumu</a:t>
            </a:r>
            <a:r>
              <a:rPr lang="en-US" sz="2800" dirty="0"/>
              <a:t>, </a:t>
            </a:r>
            <a:r>
              <a:rPr lang="en-US" sz="2800" dirty="0" err="1"/>
              <a:t>analizējot</a:t>
            </a:r>
            <a:r>
              <a:rPr lang="en-US" sz="2800" dirty="0"/>
              <a:t> </a:t>
            </a:r>
            <a:r>
              <a:rPr lang="en-US" sz="2800" dirty="0" err="1"/>
              <a:t>datus</a:t>
            </a:r>
            <a:r>
              <a:rPr lang="en-US" sz="2800" dirty="0"/>
              <a:t> par </a:t>
            </a:r>
            <a:r>
              <a:rPr lang="en-US" sz="2800" dirty="0" err="1"/>
              <a:t>ķīmiskās</a:t>
            </a:r>
            <a:r>
              <a:rPr lang="en-US" sz="2800" dirty="0"/>
              <a:t> </a:t>
            </a:r>
            <a:r>
              <a:rPr lang="en-US" sz="2800" dirty="0" err="1"/>
              <a:t>reakcijas</a:t>
            </a:r>
            <a:r>
              <a:rPr lang="en-US" sz="2800" dirty="0"/>
              <a:t> </a:t>
            </a:r>
            <a:r>
              <a:rPr lang="en-US" sz="2800" dirty="0" err="1"/>
              <a:t>norisi</a:t>
            </a:r>
            <a:r>
              <a:rPr lang="en-US" sz="2800" dirty="0"/>
              <a:t>.​</a:t>
            </a:r>
          </a:p>
          <a:p>
            <a:pPr marL="514350" indent="-514350" eaLnBrk="1" hangingPunct="1">
              <a:buFontTx/>
              <a:buAutoNum type="arabicParenR"/>
              <a:defRPr/>
            </a:pPr>
            <a:endParaRPr lang="lv-LV" sz="2800" dirty="0"/>
          </a:p>
        </p:txBody>
      </p:sp>
      <p:sp>
        <p:nvSpPr>
          <p:cNvPr id="8196" name="Slaida numura vietturis 1">
            <a:extLst>
              <a:ext uri="{FF2B5EF4-FFF2-40B4-BE49-F238E27FC236}">
                <a16:creationId xmlns:a16="http://schemas.microsoft.com/office/drawing/2014/main" id="{477B2A73-39F2-4C4A-83F1-6D4812C6E8D1}"/>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543EBB1-BF6F-429D-AEFF-418794168A79}" type="slidenum">
              <a:rPr lang="en-US" altLang="en-US" sz="1400" smtClean="0"/>
              <a:pPr>
                <a:spcBef>
                  <a:spcPct val="0"/>
                </a:spcBef>
                <a:buFontTx/>
                <a:buNone/>
              </a:pPr>
              <a:t>2</a:t>
            </a:fld>
            <a:endParaRPr lang="en-US" alt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aida numura vietturis 3">
            <a:extLst>
              <a:ext uri="{FF2B5EF4-FFF2-40B4-BE49-F238E27FC236}">
                <a16:creationId xmlns:a16="http://schemas.microsoft.com/office/drawing/2014/main" id="{C2F8100E-F9C5-4BEF-8060-F192B7B1A40E}"/>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89258ED-6227-4EB1-879C-5DA5961F23CB}" type="slidenum">
              <a:rPr lang="lv-LV" altLang="en-US" sz="1400"/>
              <a:pPr>
                <a:spcBef>
                  <a:spcPct val="0"/>
                </a:spcBef>
                <a:buFontTx/>
                <a:buNone/>
              </a:pPr>
              <a:t>3</a:t>
            </a:fld>
            <a:endParaRPr lang="lv-LV" altLang="en-US" sz="1400"/>
          </a:p>
        </p:txBody>
      </p:sp>
      <p:sp>
        <p:nvSpPr>
          <p:cNvPr id="5" name="Taisnstūris 4">
            <a:extLst>
              <a:ext uri="{FF2B5EF4-FFF2-40B4-BE49-F238E27FC236}">
                <a16:creationId xmlns:a16="http://schemas.microsoft.com/office/drawing/2014/main" id="{777146F5-EEDB-4653-BC32-3BB5D15F2BF9}"/>
              </a:ext>
            </a:extLst>
          </p:cNvPr>
          <p:cNvSpPr/>
          <p:nvPr/>
        </p:nvSpPr>
        <p:spPr>
          <a:xfrm>
            <a:off x="5519936" y="4005064"/>
            <a:ext cx="6477131" cy="1815882"/>
          </a:xfrm>
          <a:prstGeom prst="rect">
            <a:avLst/>
          </a:prstGeom>
        </p:spPr>
        <p:txBody>
          <a:bodyPr wrap="square">
            <a:spAutoFit/>
          </a:bodyPr>
          <a:lstStyle/>
          <a:p>
            <a:pPr algn="just" eaLnBrk="1" hangingPunct="1">
              <a:defRPr/>
            </a:pPr>
            <a:r>
              <a:rPr lang="lv-LV" sz="2800" b="1" i="1" dirty="0">
                <a:solidFill>
                  <a:srgbClr val="008000"/>
                </a:solidFill>
                <a:latin typeface="+mn-lt"/>
              </a:rPr>
              <a:t>Ķīmiskā kinētika </a:t>
            </a:r>
            <a:r>
              <a:rPr lang="lv-LV" sz="2800" dirty="0">
                <a:solidFill>
                  <a:srgbClr val="008000"/>
                </a:solidFill>
                <a:latin typeface="+mn-lt"/>
              </a:rPr>
              <a:t>- </a:t>
            </a:r>
            <a:r>
              <a:rPr lang="lv-LV" sz="2800" dirty="0">
                <a:latin typeface="+mn-lt"/>
              </a:rPr>
              <a:t>ķīmijas joma, kas pēta reakcijas ātrumu, faktorus, kas ietekmē šo ātrumu, kā arī ķīmisko reakciju mehānismus. </a:t>
            </a:r>
          </a:p>
        </p:txBody>
      </p:sp>
      <p:grpSp>
        <p:nvGrpSpPr>
          <p:cNvPr id="7172" name="Grupa 5">
            <a:extLst>
              <a:ext uri="{FF2B5EF4-FFF2-40B4-BE49-F238E27FC236}">
                <a16:creationId xmlns:a16="http://schemas.microsoft.com/office/drawing/2014/main" id="{AF9A1B25-8317-4A88-9721-EE6BF4A7E6F4}"/>
              </a:ext>
            </a:extLst>
          </p:cNvPr>
          <p:cNvGrpSpPr>
            <a:grpSpLocks/>
          </p:cNvGrpSpPr>
          <p:nvPr/>
        </p:nvGrpSpPr>
        <p:grpSpPr bwMode="auto">
          <a:xfrm>
            <a:off x="471816" y="3621088"/>
            <a:ext cx="5086351" cy="2362200"/>
            <a:chOff x="-36512" y="3212976"/>
            <a:chExt cx="5086350" cy="2362200"/>
          </a:xfrm>
        </p:grpSpPr>
        <p:pic>
          <p:nvPicPr>
            <p:cNvPr id="7175" name="Picture 9" descr="Att&amp;emacr;lu rezult&amp;amacr;ti vaic&amp;amacr;jumam “chemical kinetics”">
              <a:extLst>
                <a:ext uri="{FF2B5EF4-FFF2-40B4-BE49-F238E27FC236}">
                  <a16:creationId xmlns:a16="http://schemas.microsoft.com/office/drawing/2014/main" id="{AC9E47B0-ED3C-42B3-A7C0-DD32B65653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2" y="3212976"/>
              <a:ext cx="508635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8ABC0916-3C11-4099-B813-9958D1F7CDBD}"/>
                </a:ext>
              </a:extLst>
            </p:cNvPr>
            <p:cNvSpPr txBox="1"/>
            <p:nvPr/>
          </p:nvSpPr>
          <p:spPr>
            <a:xfrm>
              <a:off x="279401" y="4868739"/>
              <a:ext cx="1709738" cy="400050"/>
            </a:xfrm>
            <a:prstGeom prst="rect">
              <a:avLst/>
            </a:prstGeom>
            <a:solidFill>
              <a:schemeClr val="bg1"/>
            </a:solidFill>
          </p:spPr>
          <p:txBody>
            <a:bodyPr wrap="none">
              <a:spAutoFit/>
            </a:bodyPr>
            <a:lstStyle/>
            <a:p>
              <a:pPr eaLnBrk="1" hangingPunct="1">
                <a:defRPr/>
              </a:pPr>
              <a:r>
                <a:rPr lang="lv-LV" sz="2000" dirty="0">
                  <a:solidFill>
                    <a:schemeClr val="accent2">
                      <a:lumMod val="75000"/>
                    </a:schemeClr>
                  </a:solidFill>
                  <a:latin typeface="Arial" charset="0"/>
                </a:rPr>
                <a:t>Lēna reakcija</a:t>
              </a:r>
              <a:endParaRPr lang="en-GB" sz="2000" dirty="0">
                <a:solidFill>
                  <a:schemeClr val="accent2">
                    <a:lumMod val="75000"/>
                  </a:schemeClr>
                </a:solidFill>
                <a:latin typeface="Arial" charset="0"/>
              </a:endParaRPr>
            </a:p>
          </p:txBody>
        </p:sp>
        <p:sp>
          <p:nvSpPr>
            <p:cNvPr id="7177" name="TextBox 10">
              <a:extLst>
                <a:ext uri="{FF2B5EF4-FFF2-40B4-BE49-F238E27FC236}">
                  <a16:creationId xmlns:a16="http://schemas.microsoft.com/office/drawing/2014/main" id="{201FAAC1-CDC9-4590-8B69-9BC53235672F}"/>
                </a:ext>
              </a:extLst>
            </p:cNvPr>
            <p:cNvSpPr txBox="1">
              <a:spLocks noChangeArrowheads="1"/>
            </p:cNvSpPr>
            <p:nvPr/>
          </p:nvSpPr>
          <p:spPr bwMode="auto">
            <a:xfrm>
              <a:off x="3059832" y="4869160"/>
              <a:ext cx="1609736"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lv-LV" altLang="en-US" sz="2000">
                  <a:solidFill>
                    <a:srgbClr val="FF0000"/>
                  </a:solidFill>
                </a:rPr>
                <a:t>Ātra reakcija</a:t>
              </a:r>
              <a:endParaRPr lang="en-GB" altLang="en-US" sz="2000">
                <a:solidFill>
                  <a:srgbClr val="FF0000"/>
                </a:solidFill>
              </a:endParaRPr>
            </a:p>
          </p:txBody>
        </p:sp>
      </p:grpSp>
      <p:pic>
        <p:nvPicPr>
          <p:cNvPr id="2" name="Picture 1">
            <a:extLst>
              <a:ext uri="{FF2B5EF4-FFF2-40B4-BE49-F238E27FC236}">
                <a16:creationId xmlns:a16="http://schemas.microsoft.com/office/drawing/2014/main" id="{0576D01D-988A-437A-A6F3-8250232A8B87}"/>
              </a:ext>
            </a:extLst>
          </p:cNvPr>
          <p:cNvPicPr>
            <a:picLocks noChangeAspect="1"/>
          </p:cNvPicPr>
          <p:nvPr/>
        </p:nvPicPr>
        <p:blipFill>
          <a:blip r:embed="rId4"/>
          <a:stretch>
            <a:fillRect/>
          </a:stretch>
        </p:blipFill>
        <p:spPr>
          <a:xfrm>
            <a:off x="623393" y="260649"/>
            <a:ext cx="11089231" cy="3168352"/>
          </a:xfrm>
          <a:prstGeom prst="rect">
            <a:avLst/>
          </a:prstGeom>
        </p:spPr>
      </p:pic>
      <p:sp>
        <p:nvSpPr>
          <p:cNvPr id="3" name="TextBox 2">
            <a:extLst>
              <a:ext uri="{FF2B5EF4-FFF2-40B4-BE49-F238E27FC236}">
                <a16:creationId xmlns:a16="http://schemas.microsoft.com/office/drawing/2014/main" id="{00FB351F-B5F9-4E21-86B4-D02844644295}"/>
              </a:ext>
            </a:extLst>
          </p:cNvPr>
          <p:cNvSpPr txBox="1"/>
          <p:nvPr/>
        </p:nvSpPr>
        <p:spPr>
          <a:xfrm>
            <a:off x="5879976" y="6475621"/>
            <a:ext cx="5018169" cy="276999"/>
          </a:xfrm>
          <a:prstGeom prst="rect">
            <a:avLst/>
          </a:prstGeom>
          <a:noFill/>
        </p:spPr>
        <p:txBody>
          <a:bodyPr wrap="none" rtlCol="0">
            <a:spAutoFit/>
          </a:bodyPr>
          <a:lstStyle/>
          <a:p>
            <a:r>
              <a:rPr lang="en-US" sz="1200" dirty="0"/>
              <a:t>Chemistry: the central science / Theodore L. Brown ... [et al.]—12th ed.</a:t>
            </a:r>
            <a:endParaRPr lang="lv-LV"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Virsraksts 1">
            <a:extLst>
              <a:ext uri="{FF2B5EF4-FFF2-40B4-BE49-F238E27FC236}">
                <a16:creationId xmlns:a16="http://schemas.microsoft.com/office/drawing/2014/main" id="{CC228D64-0508-4F94-AE00-C4C9ECD892EA}"/>
              </a:ext>
            </a:extLst>
          </p:cNvPr>
          <p:cNvSpPr>
            <a:spLocks noGrp="1"/>
          </p:cNvSpPr>
          <p:nvPr>
            <p:ph type="title"/>
          </p:nvPr>
        </p:nvSpPr>
        <p:spPr>
          <a:xfrm>
            <a:off x="1981200" y="-100013"/>
            <a:ext cx="8229600" cy="1143001"/>
          </a:xfrm>
        </p:spPr>
        <p:txBody>
          <a:bodyPr/>
          <a:lstStyle/>
          <a:p>
            <a:r>
              <a:rPr lang="lv-LV" altLang="en-US" sz="3600">
                <a:solidFill>
                  <a:srgbClr val="008000"/>
                </a:solidFill>
              </a:rPr>
              <a:t>Dažādi ātrumi ikdienā</a:t>
            </a:r>
            <a:endParaRPr lang="en-GB" altLang="en-US" sz="3600">
              <a:solidFill>
                <a:srgbClr val="008000"/>
              </a:solidFill>
            </a:endParaRPr>
          </a:p>
        </p:txBody>
      </p:sp>
      <p:sp>
        <p:nvSpPr>
          <p:cNvPr id="9219" name="Slaida numura vietturis 3">
            <a:extLst>
              <a:ext uri="{FF2B5EF4-FFF2-40B4-BE49-F238E27FC236}">
                <a16:creationId xmlns:a16="http://schemas.microsoft.com/office/drawing/2014/main" id="{D95882B9-5EF0-4EBE-AE11-FC31F927A841}"/>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7AFE12A-973E-4ACE-994C-C34D13A5410A}" type="slidenum">
              <a:rPr lang="lv-LV" altLang="en-US" sz="1400"/>
              <a:pPr>
                <a:spcBef>
                  <a:spcPct val="0"/>
                </a:spcBef>
                <a:buFontTx/>
                <a:buNone/>
              </a:pPr>
              <a:t>4</a:t>
            </a:fld>
            <a:endParaRPr lang="lv-LV" altLang="en-US" sz="1400"/>
          </a:p>
        </p:txBody>
      </p:sp>
      <p:pic>
        <p:nvPicPr>
          <p:cNvPr id="9220" name="Picture 8" descr="Att&amp;emacr;lu rezult&amp;amacr;ti vaic&amp;amacr;jumam “rate of intravenous infusion”">
            <a:extLst>
              <a:ext uri="{FF2B5EF4-FFF2-40B4-BE49-F238E27FC236}">
                <a16:creationId xmlns:a16="http://schemas.microsoft.com/office/drawing/2014/main" id="{578F97F7-4CDC-4AC9-8373-0A2B121320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286" y="715666"/>
            <a:ext cx="3240088" cy="383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5" descr="https://encrypted-tbn3.gstatic.com/images?q=tbn:ANd9GcSy9sxruXnOq_yb2CKqA1TXCuI3p5agRiv_VZQxByTqwVXQApKaMw">
            <a:extLst>
              <a:ext uri="{FF2B5EF4-FFF2-40B4-BE49-F238E27FC236}">
                <a16:creationId xmlns:a16="http://schemas.microsoft.com/office/drawing/2014/main" id="{06AF3592-B652-4EE3-B045-7DD7D22CD2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4349" y="4370852"/>
            <a:ext cx="3635903" cy="2425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Picture 2">
            <a:extLst>
              <a:ext uri="{FF2B5EF4-FFF2-40B4-BE49-F238E27FC236}">
                <a16:creationId xmlns:a16="http://schemas.microsoft.com/office/drawing/2014/main" id="{F80B7BEE-514E-4669-8C37-2C2A2A7774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3450" y="3459460"/>
            <a:ext cx="1987550" cy="3182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3" name="Picture 1">
            <a:extLst>
              <a:ext uri="{FF2B5EF4-FFF2-40B4-BE49-F238E27FC236}">
                <a16:creationId xmlns:a16="http://schemas.microsoft.com/office/drawing/2014/main" id="{609C64FF-6E7D-41A9-8EB7-51C599DB3629}"/>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015880" y="879733"/>
            <a:ext cx="3611563" cy="209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Picture 3">
            <a:extLst>
              <a:ext uri="{FF2B5EF4-FFF2-40B4-BE49-F238E27FC236}">
                <a16:creationId xmlns:a16="http://schemas.microsoft.com/office/drawing/2014/main" id="{5C82A300-4BD2-4A37-BB96-99DD90B9D1CC}"/>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342312" y="1973200"/>
            <a:ext cx="3240088" cy="2425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4" name="Picture 2" descr="Eksperti: Latvijā krāna ūdens ir jāattīra no dzelzs - Veselība - Sieviešu  klubs">
            <a:extLst>
              <a:ext uri="{FF2B5EF4-FFF2-40B4-BE49-F238E27FC236}">
                <a16:creationId xmlns:a16="http://schemas.microsoft.com/office/drawing/2014/main" id="{F1FBDFBF-C130-41D5-8C92-29B723882B9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15480" y="4685828"/>
            <a:ext cx="2181225" cy="2095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5FF044F-DE3F-4FE2-8140-3D6B04AB33AF}"/>
              </a:ext>
            </a:extLst>
          </p:cNvPr>
          <p:cNvSpPr>
            <a:spLocks noGrp="1" noChangeArrowheads="1"/>
          </p:cNvSpPr>
          <p:nvPr>
            <p:ph type="title"/>
          </p:nvPr>
        </p:nvSpPr>
        <p:spPr>
          <a:xfrm>
            <a:off x="1981200" y="396876"/>
            <a:ext cx="8229600" cy="765175"/>
          </a:xfrm>
        </p:spPr>
        <p:txBody>
          <a:bodyPr/>
          <a:lstStyle/>
          <a:p>
            <a:pPr eaLnBrk="1" hangingPunct="1"/>
            <a:r>
              <a:rPr lang="lv-LV" altLang="en-US" sz="3600">
                <a:solidFill>
                  <a:srgbClr val="008000"/>
                </a:solidFill>
              </a:rPr>
              <a:t>Reakcijas ātrums</a:t>
            </a:r>
          </a:p>
        </p:txBody>
      </p:sp>
      <p:sp>
        <p:nvSpPr>
          <p:cNvPr id="11267" name="Rectangle 3">
            <a:extLst>
              <a:ext uri="{FF2B5EF4-FFF2-40B4-BE49-F238E27FC236}">
                <a16:creationId xmlns:a16="http://schemas.microsoft.com/office/drawing/2014/main" id="{DF77AB21-2C66-42FE-8516-1CBEC3D07740}"/>
              </a:ext>
            </a:extLst>
          </p:cNvPr>
          <p:cNvSpPr>
            <a:spLocks noGrp="1" noChangeArrowheads="1"/>
          </p:cNvSpPr>
          <p:nvPr>
            <p:ph type="body" sz="half" idx="1"/>
          </p:nvPr>
        </p:nvSpPr>
        <p:spPr>
          <a:xfrm>
            <a:off x="335360" y="1340769"/>
            <a:ext cx="11571295" cy="4525963"/>
          </a:xfrm>
        </p:spPr>
        <p:txBody>
          <a:bodyPr/>
          <a:lstStyle/>
          <a:p>
            <a:pPr eaLnBrk="1" hangingPunct="1"/>
            <a:r>
              <a:rPr lang="lv-LV" altLang="en-US" sz="2800" dirty="0"/>
              <a:t>Reakcijas ātrums ir ātrums, ar kādu veidojas produkti vai izreaģē izejvielas</a:t>
            </a:r>
          </a:p>
          <a:p>
            <a:pPr eaLnBrk="1" hangingPunct="1"/>
            <a:r>
              <a:rPr lang="lv-LV" altLang="en-US" sz="2800" dirty="0"/>
              <a:t>Kvantitatīvi reakcijas ātrumu izsaka kā izejvielu vai produktu koncentrācijas izmaiņu laika periodā:</a:t>
            </a:r>
          </a:p>
          <a:p>
            <a:pPr eaLnBrk="1" hangingPunct="1"/>
            <a:endParaRPr lang="lv-LV" altLang="en-US" sz="2800" dirty="0"/>
          </a:p>
          <a:p>
            <a:pPr eaLnBrk="1" hangingPunct="1">
              <a:buFontTx/>
              <a:buNone/>
            </a:pPr>
            <a:endParaRPr lang="lv-LV" altLang="en-US" sz="2800" dirty="0"/>
          </a:p>
          <a:p>
            <a:pPr eaLnBrk="1" hangingPunct="1">
              <a:buFontTx/>
              <a:buNone/>
            </a:pPr>
            <a:endParaRPr lang="lv-LV" altLang="en-US" sz="2800" dirty="0"/>
          </a:p>
          <a:p>
            <a:pPr eaLnBrk="1" hangingPunct="1">
              <a:buFontTx/>
              <a:buNone/>
            </a:pPr>
            <a:endParaRPr lang="lv-LV" altLang="en-US" sz="2800" dirty="0"/>
          </a:p>
          <a:p>
            <a:pPr eaLnBrk="1" hangingPunct="1"/>
            <a:r>
              <a:rPr lang="lv-LV" altLang="en-US" sz="2800" dirty="0"/>
              <a:t>Reakcijas ātruma mērvienība – </a:t>
            </a:r>
            <a:r>
              <a:rPr lang="lv-LV" altLang="en-US" sz="2800" b="1" dirty="0">
                <a:solidFill>
                  <a:schemeClr val="tx2"/>
                </a:solidFill>
              </a:rPr>
              <a:t>mol/</a:t>
            </a:r>
            <a:r>
              <a:rPr lang="lv-LV" altLang="en-US" sz="2800" b="1" dirty="0" err="1">
                <a:solidFill>
                  <a:schemeClr val="tx2"/>
                </a:solidFill>
              </a:rPr>
              <a:t>L</a:t>
            </a:r>
            <a:r>
              <a:rPr lang="lv-LV" altLang="en-US" sz="2800" b="1" dirty="0" err="1">
                <a:solidFill>
                  <a:schemeClr val="tx2"/>
                </a:solidFill>
                <a:cs typeface="Arial" panose="020B0604020202020204" pitchFamily="34" charset="0"/>
              </a:rPr>
              <a:t>∙s</a:t>
            </a:r>
            <a:r>
              <a:rPr lang="lv-LV" altLang="en-US" sz="2800" dirty="0">
                <a:cs typeface="Arial" panose="020B0604020202020204" pitchFamily="34" charset="0"/>
              </a:rPr>
              <a:t> jeb </a:t>
            </a:r>
            <a:r>
              <a:rPr lang="lv-LV" altLang="en-US" sz="2800" b="1" dirty="0">
                <a:solidFill>
                  <a:schemeClr val="tx2"/>
                </a:solidFill>
                <a:cs typeface="Arial" panose="020B0604020202020204" pitchFamily="34" charset="0"/>
              </a:rPr>
              <a:t>M/s</a:t>
            </a:r>
            <a:r>
              <a:rPr lang="lv-LV" altLang="en-US" sz="2800" dirty="0"/>
              <a:t> </a:t>
            </a:r>
            <a:r>
              <a:rPr lang="lv-LV" altLang="en-US" sz="2000" dirty="0"/>
              <a:t>(vai attiecina uz citu laika vienību, piem., minūte, stunda, gads)</a:t>
            </a:r>
          </a:p>
          <a:p>
            <a:pPr eaLnBrk="1" hangingPunct="1"/>
            <a:r>
              <a:rPr lang="lv-LV" altLang="en-US" sz="2800" dirty="0">
                <a:solidFill>
                  <a:srgbClr val="CC0000"/>
                </a:solidFill>
              </a:rPr>
              <a:t>!!! </a:t>
            </a:r>
            <a:r>
              <a:rPr lang="lv-LV" altLang="en-US" sz="2800" dirty="0"/>
              <a:t>Reakcijas ātrums vienmēr ir pozitīvs</a:t>
            </a:r>
          </a:p>
        </p:txBody>
      </p:sp>
      <p:sp>
        <p:nvSpPr>
          <p:cNvPr id="2" name="TextBox 1">
            <a:extLst>
              <a:ext uri="{FF2B5EF4-FFF2-40B4-BE49-F238E27FC236}">
                <a16:creationId xmlns:a16="http://schemas.microsoft.com/office/drawing/2014/main" id="{D0BC2FAC-51AB-4A5F-84C7-0CF1FC03224A}"/>
              </a:ext>
            </a:extLst>
          </p:cNvPr>
          <p:cNvSpPr txBox="1">
            <a:spLocks noRot="1" noChangeAspect="1" noMove="1" noResize="1" noEditPoints="1" noAdjustHandles="1" noChangeArrowheads="1" noChangeShapeType="1" noTextEdit="1"/>
          </p:cNvSpPr>
          <p:nvPr/>
        </p:nvSpPr>
        <p:spPr>
          <a:xfrm>
            <a:off x="2711624" y="3429000"/>
            <a:ext cx="6552728" cy="1387046"/>
          </a:xfrm>
          <a:prstGeom prst="rect">
            <a:avLst/>
          </a:prstGeom>
          <a:blipFill>
            <a:blip r:embed="rId2"/>
            <a:stretch>
              <a:fillRect/>
            </a:stretch>
          </a:blipFill>
        </p:spPr>
        <p:txBody>
          <a:bodyPr/>
          <a:lstStyle/>
          <a:p>
            <a:pPr>
              <a:defRPr/>
            </a:pPr>
            <a:r>
              <a:rPr lang="en-GB">
                <a:noFill/>
              </a:rPr>
              <a:t> </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CA29C432-CB82-43E0-87DF-8C4DA48529B4}"/>
              </a:ext>
            </a:extLst>
          </p:cNvPr>
          <p:cNvSpPr>
            <a:spLocks noGrp="1" noChangeArrowheads="1"/>
          </p:cNvSpPr>
          <p:nvPr>
            <p:ph type="title"/>
          </p:nvPr>
        </p:nvSpPr>
        <p:spPr>
          <a:xfrm>
            <a:off x="1606550" y="0"/>
            <a:ext cx="8820150" cy="1295400"/>
          </a:xfrm>
        </p:spPr>
        <p:txBody>
          <a:bodyPr/>
          <a:lstStyle/>
          <a:p>
            <a:pPr eaLnBrk="1" hangingPunct="1"/>
            <a:r>
              <a:rPr lang="lv-LV" altLang="en-US" sz="3600" dirty="0">
                <a:solidFill>
                  <a:srgbClr val="008000"/>
                </a:solidFill>
              </a:rPr>
              <a:t>Izejvielu un produktu koncentrācijas izmaiņas laika periodā</a:t>
            </a:r>
          </a:p>
        </p:txBody>
      </p:sp>
      <p:sp>
        <p:nvSpPr>
          <p:cNvPr id="12291" name="Text Box 40">
            <a:extLst>
              <a:ext uri="{FF2B5EF4-FFF2-40B4-BE49-F238E27FC236}">
                <a16:creationId xmlns:a16="http://schemas.microsoft.com/office/drawing/2014/main" id="{B4F0D923-A63D-421F-818F-27A89A301743}"/>
              </a:ext>
            </a:extLst>
          </p:cNvPr>
          <p:cNvSpPr txBox="1">
            <a:spLocks noChangeArrowheads="1"/>
          </p:cNvSpPr>
          <p:nvPr/>
        </p:nvSpPr>
        <p:spPr bwMode="auto">
          <a:xfrm>
            <a:off x="2111375" y="1484313"/>
            <a:ext cx="3479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lv-LV" altLang="en-US" sz="3600" dirty="0"/>
              <a:t>Reakcijai</a:t>
            </a:r>
            <a:r>
              <a:rPr lang="lv-LV" altLang="en-US" sz="3600" dirty="0">
                <a:solidFill>
                  <a:srgbClr val="CC0000"/>
                </a:solidFill>
              </a:rPr>
              <a:t> </a:t>
            </a:r>
            <a:r>
              <a:rPr lang="lv-LV" altLang="en-US" sz="3600" dirty="0">
                <a:solidFill>
                  <a:srgbClr val="990099"/>
                </a:solidFill>
              </a:rPr>
              <a:t>A </a:t>
            </a:r>
            <a:r>
              <a:rPr lang="lv-LV" altLang="en-US" sz="3600" dirty="0">
                <a:solidFill>
                  <a:srgbClr val="CC0000"/>
                </a:solidFill>
                <a:sym typeface="Symbol" panose="05050102010706020507" pitchFamily="18" charset="2"/>
              </a:rPr>
              <a:t> </a:t>
            </a:r>
            <a:r>
              <a:rPr lang="lv-LV" altLang="en-US" sz="3600" dirty="0">
                <a:solidFill>
                  <a:srgbClr val="008000"/>
                </a:solidFill>
                <a:sym typeface="Symbol" panose="05050102010706020507" pitchFamily="18" charset="2"/>
              </a:rPr>
              <a:t>B</a:t>
            </a:r>
          </a:p>
        </p:txBody>
      </p:sp>
      <p:sp>
        <p:nvSpPr>
          <p:cNvPr id="12292" name="Text Box 41">
            <a:extLst>
              <a:ext uri="{FF2B5EF4-FFF2-40B4-BE49-F238E27FC236}">
                <a16:creationId xmlns:a16="http://schemas.microsoft.com/office/drawing/2014/main" id="{1F937006-850A-4850-876C-3EEECB689949}"/>
              </a:ext>
            </a:extLst>
          </p:cNvPr>
          <p:cNvSpPr txBox="1">
            <a:spLocks noChangeArrowheads="1"/>
          </p:cNvSpPr>
          <p:nvPr/>
        </p:nvSpPr>
        <p:spPr bwMode="auto">
          <a:xfrm>
            <a:off x="6481172" y="2996952"/>
            <a:ext cx="532859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 typeface="Wingdings" panose="05000000000000000000" pitchFamily="2" charset="2"/>
              <a:buChar char="Ø"/>
            </a:pPr>
            <a:r>
              <a:rPr lang="lv-LV" altLang="en-US" sz="2800" dirty="0">
                <a:solidFill>
                  <a:schemeClr val="tx2"/>
                </a:solidFill>
              </a:rPr>
              <a:t> </a:t>
            </a:r>
            <a:r>
              <a:rPr lang="lv-LV" altLang="en-US" sz="2800" dirty="0">
                <a:solidFill>
                  <a:srgbClr val="CC0000"/>
                </a:solidFill>
              </a:rPr>
              <a:t>Izejvielu koncentrācija</a:t>
            </a:r>
            <a:r>
              <a:rPr lang="lv-LV" altLang="en-US" sz="2800" dirty="0">
                <a:solidFill>
                  <a:schemeClr val="tx2"/>
                </a:solidFill>
              </a:rPr>
              <a:t> </a:t>
            </a:r>
            <a:r>
              <a:rPr lang="lv-LV" altLang="en-US" sz="2800" dirty="0">
                <a:solidFill>
                  <a:srgbClr val="CC0000"/>
                </a:solidFill>
              </a:rPr>
              <a:t>–</a:t>
            </a:r>
            <a:r>
              <a:rPr lang="lv-LV" altLang="en-US" sz="2800" dirty="0">
                <a:solidFill>
                  <a:schemeClr val="tx2"/>
                </a:solidFill>
              </a:rPr>
              <a:t> </a:t>
            </a:r>
          </a:p>
          <a:p>
            <a:pPr eaLnBrk="1" hangingPunct="1">
              <a:spcBef>
                <a:spcPct val="0"/>
              </a:spcBef>
              <a:buFont typeface="Wingdings" panose="05000000000000000000" pitchFamily="2" charset="2"/>
              <a:buNone/>
            </a:pPr>
            <a:r>
              <a:rPr lang="lv-LV" altLang="en-US" sz="2800" dirty="0">
                <a:solidFill>
                  <a:schemeClr val="tx2"/>
                </a:solidFill>
              </a:rPr>
              <a:t>samazinās</a:t>
            </a:r>
          </a:p>
          <a:p>
            <a:pPr eaLnBrk="1" hangingPunct="1">
              <a:spcBef>
                <a:spcPct val="0"/>
              </a:spcBef>
              <a:buFont typeface="Wingdings" panose="05000000000000000000" pitchFamily="2" charset="2"/>
              <a:buNone/>
            </a:pPr>
            <a:endParaRPr lang="lv-LV" altLang="en-US" sz="2800" dirty="0">
              <a:solidFill>
                <a:schemeClr val="tx2"/>
              </a:solidFill>
            </a:endParaRPr>
          </a:p>
          <a:p>
            <a:pPr eaLnBrk="1" hangingPunct="1">
              <a:spcBef>
                <a:spcPct val="0"/>
              </a:spcBef>
              <a:buFont typeface="Wingdings" panose="05000000000000000000" pitchFamily="2" charset="2"/>
              <a:buChar char="Ø"/>
            </a:pPr>
            <a:r>
              <a:rPr lang="lv-LV" altLang="en-US" sz="2800" dirty="0">
                <a:solidFill>
                  <a:schemeClr val="tx2"/>
                </a:solidFill>
              </a:rPr>
              <a:t> </a:t>
            </a:r>
            <a:r>
              <a:rPr lang="lv-LV" altLang="en-US" sz="2800" dirty="0">
                <a:solidFill>
                  <a:schemeClr val="accent2"/>
                </a:solidFill>
              </a:rPr>
              <a:t>Galaproduktu koncentrācija –</a:t>
            </a:r>
            <a:r>
              <a:rPr lang="lv-LV" altLang="en-US" sz="2800" dirty="0">
                <a:solidFill>
                  <a:schemeClr val="tx2"/>
                </a:solidFill>
              </a:rPr>
              <a:t> </a:t>
            </a:r>
          </a:p>
          <a:p>
            <a:pPr eaLnBrk="1" hangingPunct="1">
              <a:spcBef>
                <a:spcPct val="0"/>
              </a:spcBef>
              <a:buFontTx/>
              <a:buNone/>
            </a:pPr>
            <a:r>
              <a:rPr lang="lv-LV" altLang="en-US" sz="2800" dirty="0">
                <a:solidFill>
                  <a:schemeClr val="tx2"/>
                </a:solidFill>
              </a:rPr>
              <a:t>palielinās</a:t>
            </a:r>
          </a:p>
        </p:txBody>
      </p:sp>
      <p:sp>
        <p:nvSpPr>
          <p:cNvPr id="12293" name="TextBox 1">
            <a:extLst>
              <a:ext uri="{FF2B5EF4-FFF2-40B4-BE49-F238E27FC236}">
                <a16:creationId xmlns:a16="http://schemas.microsoft.com/office/drawing/2014/main" id="{29DBF3ED-F707-4E0C-BFB9-92137A3F17A3}"/>
              </a:ext>
            </a:extLst>
          </p:cNvPr>
          <p:cNvSpPr txBox="1">
            <a:spLocks noChangeArrowheads="1"/>
          </p:cNvSpPr>
          <p:nvPr/>
        </p:nvSpPr>
        <p:spPr bwMode="auto">
          <a:xfrm>
            <a:off x="4816165" y="6025142"/>
            <a:ext cx="73596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lv-LV" altLang="en-US" u="sng" dirty="0">
                <a:solidFill>
                  <a:srgbClr val="008000"/>
                </a:solidFill>
              </a:rPr>
              <a:t>Reakcijas ātrums laika gaitā samazinās</a:t>
            </a:r>
            <a:endParaRPr lang="en-GB" altLang="en-US" u="sng" dirty="0">
              <a:solidFill>
                <a:srgbClr val="008000"/>
              </a:solidFill>
            </a:endParaRPr>
          </a:p>
        </p:txBody>
      </p:sp>
      <p:grpSp>
        <p:nvGrpSpPr>
          <p:cNvPr id="12294" name="Group 3">
            <a:extLst>
              <a:ext uri="{FF2B5EF4-FFF2-40B4-BE49-F238E27FC236}">
                <a16:creationId xmlns:a16="http://schemas.microsoft.com/office/drawing/2014/main" id="{8258A6E3-9A5F-482C-80E1-74E2D8BF7A84}"/>
              </a:ext>
            </a:extLst>
          </p:cNvPr>
          <p:cNvGrpSpPr>
            <a:grpSpLocks/>
          </p:cNvGrpSpPr>
          <p:nvPr/>
        </p:nvGrpSpPr>
        <p:grpSpPr bwMode="auto">
          <a:xfrm>
            <a:off x="767408" y="2068513"/>
            <a:ext cx="4946650" cy="4081463"/>
            <a:chOff x="755577" y="1795208"/>
            <a:chExt cx="4945743" cy="4082064"/>
          </a:xfrm>
        </p:grpSpPr>
        <p:pic>
          <p:nvPicPr>
            <p:cNvPr id="12295" name="Picture 1">
              <a:extLst>
                <a:ext uri="{FF2B5EF4-FFF2-40B4-BE49-F238E27FC236}">
                  <a16:creationId xmlns:a16="http://schemas.microsoft.com/office/drawing/2014/main" id="{FBC7942A-ABF6-4A16-807F-A6899340ACA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34222" y="1795208"/>
              <a:ext cx="4763870" cy="39496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45714518-E368-4BF5-A0A0-F4424891B038}"/>
                </a:ext>
              </a:extLst>
            </p:cNvPr>
            <p:cNvSpPr/>
            <p:nvPr/>
          </p:nvSpPr>
          <p:spPr>
            <a:xfrm>
              <a:off x="812717" y="5427943"/>
              <a:ext cx="4888603" cy="44932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2297" name="Text Box 38">
              <a:extLst>
                <a:ext uri="{FF2B5EF4-FFF2-40B4-BE49-F238E27FC236}">
                  <a16:creationId xmlns:a16="http://schemas.microsoft.com/office/drawing/2014/main" id="{15757C0B-09B4-4633-AEF3-0E4EB589DCC2}"/>
                </a:ext>
              </a:extLst>
            </p:cNvPr>
            <p:cNvSpPr txBox="1">
              <a:spLocks noChangeArrowheads="1"/>
            </p:cNvSpPr>
            <p:nvPr/>
          </p:nvSpPr>
          <p:spPr bwMode="auto">
            <a:xfrm rot="-5400000">
              <a:off x="-68358" y="3724118"/>
              <a:ext cx="2185001" cy="537132"/>
            </a:xfrm>
            <a:prstGeom prst="rect">
              <a:avLst/>
            </a:prstGeom>
            <a:solidFill>
              <a:schemeClr val="bg1"/>
            </a:solidFill>
            <a:ln w="9525">
              <a:solidFill>
                <a:schemeClr val="bg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lv-LV" altLang="en-US" sz="2800"/>
                <a:t>  c, mol/L</a:t>
              </a:r>
            </a:p>
          </p:txBody>
        </p:sp>
        <p:sp>
          <p:nvSpPr>
            <p:cNvPr id="12298" name="Text Box 25">
              <a:extLst>
                <a:ext uri="{FF2B5EF4-FFF2-40B4-BE49-F238E27FC236}">
                  <a16:creationId xmlns:a16="http://schemas.microsoft.com/office/drawing/2014/main" id="{995B5795-E10B-4CD8-99E1-0A7A672084ED}"/>
                </a:ext>
              </a:extLst>
            </p:cNvPr>
            <p:cNvSpPr txBox="1">
              <a:spLocks noChangeArrowheads="1"/>
            </p:cNvSpPr>
            <p:nvPr/>
          </p:nvSpPr>
          <p:spPr bwMode="auto">
            <a:xfrm>
              <a:off x="4644008" y="5223203"/>
              <a:ext cx="679973" cy="529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lv-LV" altLang="en-US" sz="2800"/>
                <a:t>t, s</a:t>
              </a:r>
            </a:p>
          </p:txBody>
        </p:sp>
      </p:grpSp>
      <p:sp>
        <p:nvSpPr>
          <p:cNvPr id="2" name="TextBox 1">
            <a:extLst>
              <a:ext uri="{FF2B5EF4-FFF2-40B4-BE49-F238E27FC236}">
                <a16:creationId xmlns:a16="http://schemas.microsoft.com/office/drawing/2014/main" id="{20B1B206-F380-4B2E-8B7A-3BC978B6EB25}"/>
              </a:ext>
            </a:extLst>
          </p:cNvPr>
          <p:cNvSpPr txBox="1"/>
          <p:nvPr/>
        </p:nvSpPr>
        <p:spPr>
          <a:xfrm>
            <a:off x="191344" y="6556969"/>
            <a:ext cx="4903715" cy="276999"/>
          </a:xfrm>
          <a:prstGeom prst="rect">
            <a:avLst/>
          </a:prstGeom>
          <a:noFill/>
        </p:spPr>
        <p:txBody>
          <a:bodyPr wrap="none" rtlCol="0">
            <a:spAutoFit/>
          </a:bodyPr>
          <a:lstStyle/>
          <a:p>
            <a:r>
              <a:rPr lang="lv-LV" sz="1200" dirty="0"/>
              <a:t>https://chem.libretexts.org/@api/deki/files/112038/14.5.jpg?revision=1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9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29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p:bldP spid="12292" grpId="0"/>
      <p:bldP spid="1229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a:extLst>
              <a:ext uri="{FF2B5EF4-FFF2-40B4-BE49-F238E27FC236}">
                <a16:creationId xmlns:a16="http://schemas.microsoft.com/office/drawing/2014/main" id="{71F7E0ED-46B1-44B5-A723-AD1D1771C96C}"/>
              </a:ext>
            </a:extLst>
          </p:cNvPr>
          <p:cNvSpPr>
            <a:spLocks noGrp="1" noChangeArrowheads="1"/>
          </p:cNvSpPr>
          <p:nvPr>
            <p:ph type="body" idx="1"/>
          </p:nvPr>
        </p:nvSpPr>
        <p:spPr>
          <a:xfrm>
            <a:off x="1981200" y="1600201"/>
            <a:ext cx="8362950" cy="4525963"/>
          </a:xfrm>
        </p:spPr>
        <p:txBody>
          <a:bodyPr/>
          <a:lstStyle/>
          <a:p>
            <a:pPr eaLnBrk="1" hangingPunct="1">
              <a:buFontTx/>
              <a:buNone/>
            </a:pPr>
            <a:r>
              <a:rPr lang="lv-LV" altLang="en-US" sz="2800" b="1" dirty="0">
                <a:solidFill>
                  <a:srgbClr val="C00000"/>
                </a:solidFill>
              </a:rPr>
              <a:t>Br</a:t>
            </a:r>
            <a:r>
              <a:rPr lang="lv-LV" altLang="en-US" sz="2800" b="1" baseline="-25000" dirty="0">
                <a:solidFill>
                  <a:srgbClr val="C00000"/>
                </a:solidFill>
              </a:rPr>
              <a:t>2</a:t>
            </a:r>
            <a:r>
              <a:rPr lang="lv-LV" altLang="en-US" sz="2000" b="1" dirty="0">
                <a:solidFill>
                  <a:srgbClr val="C00000"/>
                </a:solidFill>
              </a:rPr>
              <a:t>(</a:t>
            </a:r>
            <a:r>
              <a:rPr lang="lv-LV" altLang="en-US" sz="2000" b="1" dirty="0" err="1">
                <a:solidFill>
                  <a:srgbClr val="C00000"/>
                </a:solidFill>
              </a:rPr>
              <a:t>aq</a:t>
            </a:r>
            <a:r>
              <a:rPr lang="lv-LV" altLang="en-US" sz="2000" b="1" dirty="0">
                <a:solidFill>
                  <a:srgbClr val="C00000"/>
                </a:solidFill>
              </a:rPr>
              <a:t>)</a:t>
            </a:r>
            <a:r>
              <a:rPr lang="lv-LV" altLang="en-US" sz="2800" b="1" dirty="0"/>
              <a:t> + HCOOH</a:t>
            </a:r>
            <a:r>
              <a:rPr lang="lv-LV" altLang="en-US" sz="2000" b="1" dirty="0"/>
              <a:t>(</a:t>
            </a:r>
            <a:r>
              <a:rPr lang="lv-LV" altLang="en-US" sz="2000" b="1" dirty="0" err="1"/>
              <a:t>aq</a:t>
            </a:r>
            <a:r>
              <a:rPr lang="lv-LV" altLang="en-US" sz="2000" b="1" dirty="0"/>
              <a:t>)</a:t>
            </a:r>
            <a:r>
              <a:rPr lang="lv-LV" altLang="en-US" sz="2800" b="1" dirty="0"/>
              <a:t> </a:t>
            </a:r>
            <a:r>
              <a:rPr lang="lv-LV" altLang="en-US" sz="2800" b="1" dirty="0">
                <a:cs typeface="Arial" panose="020B0604020202020204" pitchFamily="34" charset="0"/>
              </a:rPr>
              <a:t>→</a:t>
            </a:r>
            <a:r>
              <a:rPr lang="lv-LV" altLang="en-US" sz="2800" b="1" dirty="0"/>
              <a:t> 2 </a:t>
            </a:r>
            <a:r>
              <a:rPr lang="lv-LV" altLang="en-US" sz="2800" b="1" dirty="0" err="1"/>
              <a:t>Br</a:t>
            </a:r>
            <a:r>
              <a:rPr lang="lv-LV" altLang="en-US" sz="2800" b="1" baseline="30000" dirty="0"/>
              <a:t>-</a:t>
            </a:r>
            <a:r>
              <a:rPr lang="lv-LV" altLang="en-US" sz="2000" b="1" dirty="0"/>
              <a:t>(</a:t>
            </a:r>
            <a:r>
              <a:rPr lang="lv-LV" altLang="en-US" sz="2000" b="1" dirty="0" err="1"/>
              <a:t>aq</a:t>
            </a:r>
            <a:r>
              <a:rPr lang="lv-LV" altLang="en-US" sz="2000" b="1" dirty="0"/>
              <a:t>)</a:t>
            </a:r>
            <a:r>
              <a:rPr lang="lv-LV" altLang="en-US" sz="2800" b="1" dirty="0"/>
              <a:t> + 2H</a:t>
            </a:r>
            <a:r>
              <a:rPr lang="lv-LV" altLang="en-US" sz="2800" b="1" baseline="30000" dirty="0"/>
              <a:t>+</a:t>
            </a:r>
            <a:r>
              <a:rPr lang="lv-LV" altLang="en-US" sz="2000" b="1" dirty="0"/>
              <a:t>(</a:t>
            </a:r>
            <a:r>
              <a:rPr lang="lv-LV" altLang="en-US" sz="2000" b="1" dirty="0" err="1"/>
              <a:t>aq</a:t>
            </a:r>
            <a:r>
              <a:rPr lang="lv-LV" altLang="en-US" sz="2000" b="1" dirty="0"/>
              <a:t>)</a:t>
            </a:r>
            <a:r>
              <a:rPr lang="lv-LV" altLang="en-US" sz="2800" b="1" dirty="0"/>
              <a:t> +CO</a:t>
            </a:r>
            <a:r>
              <a:rPr lang="lv-LV" altLang="en-US" sz="2800" b="1" baseline="-25000" dirty="0"/>
              <a:t>2</a:t>
            </a:r>
            <a:r>
              <a:rPr lang="lv-LV" altLang="en-US" sz="2000" b="1" dirty="0"/>
              <a:t>(g)</a:t>
            </a:r>
            <a:br>
              <a:rPr lang="lv-LV" altLang="en-US" sz="2800" b="1" dirty="0"/>
            </a:br>
            <a:endParaRPr lang="lv-LV" altLang="en-US" sz="2800" b="1" dirty="0"/>
          </a:p>
        </p:txBody>
      </p:sp>
      <p:pic>
        <p:nvPicPr>
          <p:cNvPr id="13315" name="Picture 4">
            <a:extLst>
              <a:ext uri="{FF2B5EF4-FFF2-40B4-BE49-F238E27FC236}">
                <a16:creationId xmlns:a16="http://schemas.microsoft.com/office/drawing/2014/main" id="{A7FF079C-1AB4-48A4-941C-89DA4BAA15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4712" y="2541105"/>
            <a:ext cx="7902575" cy="337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6" name="Rectangle 5">
            <a:extLst>
              <a:ext uri="{FF2B5EF4-FFF2-40B4-BE49-F238E27FC236}">
                <a16:creationId xmlns:a16="http://schemas.microsoft.com/office/drawing/2014/main" id="{A1A54003-F5CF-41D6-A378-F815153C97DC}"/>
              </a:ext>
            </a:extLst>
          </p:cNvPr>
          <p:cNvSpPr>
            <a:spLocks noChangeArrowheads="1"/>
          </p:cNvSpPr>
          <p:nvPr/>
        </p:nvSpPr>
        <p:spPr bwMode="auto">
          <a:xfrm>
            <a:off x="1343794" y="-99392"/>
            <a:ext cx="1000879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lv-LV" altLang="en-US" sz="3600" dirty="0">
                <a:solidFill>
                  <a:srgbClr val="008000"/>
                </a:solidFill>
              </a:rPr>
              <a:t>Izejvielu koncentrācijas izmaiņas laika periodā</a:t>
            </a:r>
          </a:p>
        </p:txBody>
      </p:sp>
      <p:sp>
        <p:nvSpPr>
          <p:cNvPr id="13317" name="Slaida numura vietturis 1">
            <a:extLst>
              <a:ext uri="{FF2B5EF4-FFF2-40B4-BE49-F238E27FC236}">
                <a16:creationId xmlns:a16="http://schemas.microsoft.com/office/drawing/2014/main" id="{267B4112-5F95-4C5E-A1F8-F83DD2460AAF}"/>
              </a:ext>
            </a:extLst>
          </p:cNvPr>
          <p:cNvSpPr>
            <a:spLocks noGrp="1"/>
          </p:cNvSpPr>
          <p:nvPr>
            <p:ph type="sldNum" sz="quarter" idx="12"/>
          </p:nvPr>
        </p:nvSpPr>
        <p:spPr>
          <a:xfrm>
            <a:off x="8112125" y="6113463"/>
            <a:ext cx="2133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39C7E8B-8598-4C23-AE9C-D44E668C6AF9}" type="slidenum">
              <a:rPr lang="lv-LV" altLang="en-US" sz="1400"/>
              <a:pPr>
                <a:spcBef>
                  <a:spcPct val="0"/>
                </a:spcBef>
                <a:buFontTx/>
                <a:buNone/>
              </a:pPr>
              <a:t>7</a:t>
            </a:fld>
            <a:endParaRPr lang="lv-LV" altLang="en-US"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30866399-75DA-4EAA-966F-4B1DEFAB0B09}"/>
              </a:ext>
            </a:extLst>
          </p:cNvPr>
          <p:cNvSpPr>
            <a:spLocks noGrp="1" noChangeArrowheads="1"/>
          </p:cNvSpPr>
          <p:nvPr>
            <p:ph type="title"/>
          </p:nvPr>
        </p:nvSpPr>
        <p:spPr>
          <a:xfrm>
            <a:off x="2033589" y="568325"/>
            <a:ext cx="8169275" cy="700088"/>
          </a:xfrm>
        </p:spPr>
        <p:txBody>
          <a:bodyPr/>
          <a:lstStyle/>
          <a:p>
            <a:pPr eaLnBrk="1" hangingPunct="1"/>
            <a:r>
              <a:rPr lang="lv-LV" altLang="en-US" sz="4000">
                <a:solidFill>
                  <a:srgbClr val="008000"/>
                </a:solidFill>
              </a:rPr>
              <a:t>Izejvielu daba</a:t>
            </a:r>
          </a:p>
        </p:txBody>
      </p:sp>
      <p:sp>
        <p:nvSpPr>
          <p:cNvPr id="36867" name="Rectangle 3">
            <a:extLst>
              <a:ext uri="{FF2B5EF4-FFF2-40B4-BE49-F238E27FC236}">
                <a16:creationId xmlns:a16="http://schemas.microsoft.com/office/drawing/2014/main" id="{6FC9BAC8-3861-499A-B0EA-AFDDC3EDC25A}"/>
              </a:ext>
            </a:extLst>
          </p:cNvPr>
          <p:cNvSpPr>
            <a:spLocks noGrp="1" noChangeArrowheads="1"/>
          </p:cNvSpPr>
          <p:nvPr>
            <p:ph type="body" idx="1"/>
          </p:nvPr>
        </p:nvSpPr>
        <p:spPr>
          <a:xfrm>
            <a:off x="191344" y="1268413"/>
            <a:ext cx="12000656" cy="4411662"/>
          </a:xfrm>
        </p:spPr>
        <p:txBody>
          <a:bodyPr/>
          <a:lstStyle/>
          <a:p>
            <a:pPr marL="0" indent="0" eaLnBrk="1" hangingPunct="1"/>
            <a:r>
              <a:rPr lang="lv-LV" altLang="en-US" sz="2800" dirty="0"/>
              <a:t> Neitralizācijas reakcijas</a:t>
            </a:r>
          </a:p>
          <a:p>
            <a:pPr marL="0" indent="0" algn="ctr" eaLnBrk="1" hangingPunct="1">
              <a:buNone/>
            </a:pPr>
            <a:r>
              <a:rPr lang="lv-LV" altLang="en-US" sz="2800" b="1" dirty="0">
                <a:solidFill>
                  <a:srgbClr val="CC0000"/>
                </a:solidFill>
              </a:rPr>
              <a:t>H</a:t>
            </a:r>
            <a:r>
              <a:rPr lang="lv-LV" altLang="en-US" sz="2800" b="1" baseline="30000" dirty="0">
                <a:solidFill>
                  <a:srgbClr val="CC0000"/>
                </a:solidFill>
              </a:rPr>
              <a:t>+</a:t>
            </a:r>
            <a:r>
              <a:rPr lang="lv-LV" altLang="en-US" sz="2800" b="1" dirty="0">
                <a:solidFill>
                  <a:srgbClr val="CC0000"/>
                </a:solidFill>
              </a:rPr>
              <a:t>(</a:t>
            </a:r>
            <a:r>
              <a:rPr lang="lv-LV" altLang="en-US" sz="2800" b="1" dirty="0" err="1">
                <a:solidFill>
                  <a:srgbClr val="CC0000"/>
                </a:solidFill>
              </a:rPr>
              <a:t>aq</a:t>
            </a:r>
            <a:r>
              <a:rPr lang="lv-LV" altLang="en-US" sz="2800" b="1" dirty="0">
                <a:solidFill>
                  <a:srgbClr val="CC0000"/>
                </a:solidFill>
              </a:rPr>
              <a:t>) +  OH</a:t>
            </a:r>
            <a:r>
              <a:rPr lang="lv-LV" altLang="en-US" sz="2800" b="1" baseline="30000" dirty="0">
                <a:solidFill>
                  <a:srgbClr val="CC0000"/>
                </a:solidFill>
              </a:rPr>
              <a:t>-</a:t>
            </a:r>
            <a:r>
              <a:rPr lang="lv-LV" altLang="en-US" sz="2800" b="1" dirty="0">
                <a:solidFill>
                  <a:srgbClr val="CC0000"/>
                </a:solidFill>
              </a:rPr>
              <a:t>(</a:t>
            </a:r>
            <a:r>
              <a:rPr lang="lv-LV" altLang="en-US" sz="2800" b="1" dirty="0" err="1">
                <a:solidFill>
                  <a:srgbClr val="CC0000"/>
                </a:solidFill>
              </a:rPr>
              <a:t>aq</a:t>
            </a:r>
            <a:r>
              <a:rPr lang="lv-LV" altLang="en-US" sz="2800" b="1" dirty="0">
                <a:solidFill>
                  <a:srgbClr val="CC0000"/>
                </a:solidFill>
              </a:rPr>
              <a:t>) </a:t>
            </a:r>
            <a:r>
              <a:rPr lang="lv-LV" altLang="en-US" sz="2800" b="1" dirty="0">
                <a:solidFill>
                  <a:srgbClr val="CC0000"/>
                </a:solidFill>
                <a:sym typeface="Symbol" panose="05050102010706020507" pitchFamily="18" charset="2"/>
              </a:rPr>
              <a:t></a:t>
            </a:r>
            <a:r>
              <a:rPr lang="lv-LV" altLang="en-US" sz="2800" b="1" dirty="0">
                <a:solidFill>
                  <a:srgbClr val="CC0000"/>
                </a:solidFill>
              </a:rPr>
              <a:t> H</a:t>
            </a:r>
            <a:r>
              <a:rPr lang="lv-LV" altLang="en-US" sz="2800" b="1" baseline="-25000" dirty="0">
                <a:solidFill>
                  <a:srgbClr val="CC0000"/>
                </a:solidFill>
              </a:rPr>
              <a:t>2</a:t>
            </a:r>
            <a:r>
              <a:rPr lang="lv-LV" altLang="en-US" sz="2800" b="1" dirty="0">
                <a:solidFill>
                  <a:srgbClr val="CC0000"/>
                </a:solidFill>
              </a:rPr>
              <a:t>O(</a:t>
            </a:r>
            <a:r>
              <a:rPr lang="lv-LV" altLang="en-US" sz="2800" b="1" dirty="0" err="1">
                <a:solidFill>
                  <a:srgbClr val="CC0000"/>
                </a:solidFill>
              </a:rPr>
              <a:t>šķ</a:t>
            </a:r>
            <a:r>
              <a:rPr lang="lv-LV" altLang="en-US" sz="2800" b="1" dirty="0">
                <a:solidFill>
                  <a:srgbClr val="CC0000"/>
                </a:solidFill>
              </a:rPr>
              <a:t>)</a:t>
            </a:r>
          </a:p>
          <a:p>
            <a:pPr marL="0" indent="0" eaLnBrk="1" hangingPunct="1">
              <a:buNone/>
            </a:pPr>
            <a:r>
              <a:rPr lang="lv-LV" altLang="en-US" sz="2800" dirty="0"/>
              <a:t>reakcijas ātruma konstante 25 ºC temperatūrā -</a:t>
            </a:r>
            <a:r>
              <a:rPr lang="lv-LV" altLang="en-US" sz="2800" b="1" dirty="0">
                <a:solidFill>
                  <a:schemeClr val="tx2"/>
                </a:solidFill>
              </a:rPr>
              <a:t>1,4∙10</a:t>
            </a:r>
            <a:r>
              <a:rPr lang="lv-LV" altLang="en-US" sz="2800" b="1" baseline="30000" dirty="0">
                <a:solidFill>
                  <a:schemeClr val="tx2"/>
                </a:solidFill>
              </a:rPr>
              <a:t>11</a:t>
            </a:r>
            <a:r>
              <a:rPr lang="lv-LV" altLang="en-US" sz="2800" b="1" dirty="0">
                <a:solidFill>
                  <a:schemeClr val="tx2"/>
                </a:solidFill>
              </a:rPr>
              <a:t> M∙s</a:t>
            </a:r>
            <a:r>
              <a:rPr lang="lv-LV" altLang="en-US" sz="2800" b="1" baseline="30000" dirty="0">
                <a:solidFill>
                  <a:schemeClr val="tx2"/>
                </a:solidFill>
              </a:rPr>
              <a:t>-1</a:t>
            </a:r>
            <a:r>
              <a:rPr lang="lv-LV" altLang="en-US" sz="2800" dirty="0"/>
              <a:t> (viena no ātrākajām).</a:t>
            </a:r>
          </a:p>
          <a:p>
            <a:pPr marL="0" indent="0" eaLnBrk="1" hangingPunct="1">
              <a:buNone/>
            </a:pPr>
            <a:endParaRPr lang="lv-LV" altLang="en-US" sz="1200" dirty="0"/>
          </a:p>
          <a:p>
            <a:pPr marL="0" indent="0" eaLnBrk="1" hangingPunct="1"/>
            <a:r>
              <a:rPr lang="lv-LV" altLang="en-US" sz="2800" dirty="0"/>
              <a:t> Viena no vislēnākajām reakcijām - </a:t>
            </a:r>
            <a:r>
              <a:rPr lang="lv-LV" altLang="en-US" sz="2800" b="1" dirty="0">
                <a:solidFill>
                  <a:srgbClr val="CC0000"/>
                </a:solidFill>
              </a:rPr>
              <a:t>cirkonija-96 </a:t>
            </a:r>
            <a:r>
              <a:rPr lang="lv-LV" altLang="en-US" sz="2800" dirty="0"/>
              <a:t>radioaktīvā sabrukšana (</a:t>
            </a:r>
            <a:r>
              <a:rPr lang="lv-LV" altLang="en-US" sz="2800" dirty="0" err="1"/>
              <a:t>pussabrukšanas</a:t>
            </a:r>
            <a:r>
              <a:rPr lang="lv-LV" altLang="en-US" sz="2800" dirty="0"/>
              <a:t> periods ir </a:t>
            </a:r>
            <a:r>
              <a:rPr lang="lv-LV" altLang="en-US" sz="2800" b="1" dirty="0">
                <a:solidFill>
                  <a:schemeClr val="tx2"/>
                </a:solidFill>
              </a:rPr>
              <a:t>2,0 ∙ 10</a:t>
            </a:r>
            <a:r>
              <a:rPr lang="lv-LV" altLang="en-US" sz="2800" b="1" baseline="30000" dirty="0">
                <a:solidFill>
                  <a:schemeClr val="tx2"/>
                </a:solidFill>
              </a:rPr>
              <a:t>19 </a:t>
            </a:r>
            <a:r>
              <a:rPr lang="lv-LV" altLang="en-US" sz="2800" b="1" dirty="0">
                <a:solidFill>
                  <a:schemeClr val="tx2"/>
                </a:solidFill>
              </a:rPr>
              <a:t>gadi</a:t>
            </a:r>
            <a:r>
              <a:rPr lang="lv-LV" altLang="en-US" sz="2800" dirty="0"/>
              <a:t>).</a:t>
            </a:r>
          </a:p>
          <a:p>
            <a:pPr marL="0" indent="0" eaLnBrk="1" hangingPunct="1">
              <a:buNone/>
            </a:pPr>
            <a:endParaRPr lang="lv-LV" altLang="en-US" sz="1200" dirty="0"/>
          </a:p>
          <a:p>
            <a:pPr marL="0" indent="0" eaLnBrk="1" hangingPunct="1">
              <a:buNone/>
            </a:pPr>
            <a:endParaRPr lang="lv-LV" altLang="en-US" sz="1200" dirty="0"/>
          </a:p>
          <a:p>
            <a:pPr marL="0" indent="0" eaLnBrk="1" hangingPunct="1"/>
            <a:r>
              <a:rPr lang="lv-LV" altLang="en-US" sz="2800" dirty="0"/>
              <a:t> </a:t>
            </a:r>
            <a:r>
              <a:rPr lang="lv-LV" altLang="en-US" sz="2000" dirty="0"/>
              <a:t>Sārmu metālu reakcijas ar ūdeni</a:t>
            </a:r>
          </a:p>
          <a:p>
            <a:pPr marL="0" indent="0" eaLnBrk="1" hangingPunct="1"/>
            <a:r>
              <a:rPr lang="lv-LV" altLang="en-US" sz="2000" dirty="0"/>
              <a:t> Metālu reakcijas ar skābēm</a:t>
            </a:r>
          </a:p>
          <a:p>
            <a:pPr marL="0" indent="0" eaLnBrk="1" hangingPunct="1"/>
            <a:r>
              <a:rPr lang="lv-LV" altLang="en-US" sz="2000" dirty="0"/>
              <a:t> Sāļu reakcijas ar skābēm utt.</a:t>
            </a:r>
          </a:p>
        </p:txBody>
      </p:sp>
      <p:sp>
        <p:nvSpPr>
          <p:cNvPr id="36868" name="Rectangle 1">
            <a:extLst>
              <a:ext uri="{FF2B5EF4-FFF2-40B4-BE49-F238E27FC236}">
                <a16:creationId xmlns:a16="http://schemas.microsoft.com/office/drawing/2014/main" id="{EC661A51-CE87-4578-AA44-3D40200143A6}"/>
              </a:ext>
            </a:extLst>
          </p:cNvPr>
          <p:cNvSpPr>
            <a:spLocks noChangeArrowheads="1"/>
          </p:cNvSpPr>
          <p:nvPr/>
        </p:nvSpPr>
        <p:spPr bwMode="auto">
          <a:xfrm>
            <a:off x="2566988" y="44451"/>
            <a:ext cx="7827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lv-LV" altLang="en-US" sz="3600">
                <a:solidFill>
                  <a:srgbClr val="C00000"/>
                </a:solidFill>
              </a:rPr>
              <a:t>Reakcijas ātrumu ietekmējošie faktori</a:t>
            </a:r>
            <a:endParaRPr lang="en-GB" altLang="en-US" sz="3600">
              <a:solidFill>
                <a:srgbClr val="C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57B2FA84-8638-40BD-8163-05A4A3AD5E28}"/>
              </a:ext>
            </a:extLst>
          </p:cNvPr>
          <p:cNvSpPr>
            <a:spLocks noGrp="1" noChangeArrowheads="1"/>
          </p:cNvSpPr>
          <p:nvPr>
            <p:ph type="title"/>
          </p:nvPr>
        </p:nvSpPr>
        <p:spPr>
          <a:xfrm>
            <a:off x="2033589" y="115888"/>
            <a:ext cx="8169275" cy="698500"/>
          </a:xfrm>
        </p:spPr>
        <p:txBody>
          <a:bodyPr/>
          <a:lstStyle/>
          <a:p>
            <a:pPr eaLnBrk="1" hangingPunct="1"/>
            <a:r>
              <a:rPr lang="lv-LV" altLang="en-US" sz="3600">
                <a:solidFill>
                  <a:srgbClr val="008000"/>
                </a:solidFill>
              </a:rPr>
              <a:t>Koncentrācijas ietekme</a:t>
            </a:r>
          </a:p>
        </p:txBody>
      </p:sp>
      <p:pic>
        <p:nvPicPr>
          <p:cNvPr id="37891" name="Picture 4" descr="image2">
            <a:extLst>
              <a:ext uri="{FF2B5EF4-FFF2-40B4-BE49-F238E27FC236}">
                <a16:creationId xmlns:a16="http://schemas.microsoft.com/office/drawing/2014/main" id="{5AE3505D-54C7-4F9B-A310-A392D7D159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289" y="836614"/>
            <a:ext cx="8497887"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Picture 7">
            <a:extLst>
              <a:ext uri="{FF2B5EF4-FFF2-40B4-BE49-F238E27FC236}">
                <a16:creationId xmlns:a16="http://schemas.microsoft.com/office/drawing/2014/main" id="{0701E7A2-735A-4002-85D9-3DEBC31109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4975" y="2205039"/>
            <a:ext cx="8928100" cy="2308225"/>
          </a:xfrm>
          <a:prstGeom prst="rect">
            <a:avLst/>
          </a:prstGeom>
          <a:solidFill>
            <a:schemeClr val="folHlink"/>
          </a:solidFill>
          <a:ln w="952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869" name="Text Box 8">
            <a:extLst>
              <a:ext uri="{FF2B5EF4-FFF2-40B4-BE49-F238E27FC236}">
                <a16:creationId xmlns:a16="http://schemas.microsoft.com/office/drawing/2014/main" id="{6062AE78-DC91-467E-AB2D-BEA00773C954}"/>
              </a:ext>
            </a:extLst>
          </p:cNvPr>
          <p:cNvSpPr txBox="1">
            <a:spLocks noChangeArrowheads="1"/>
          </p:cNvSpPr>
          <p:nvPr/>
        </p:nvSpPr>
        <p:spPr bwMode="auto">
          <a:xfrm>
            <a:off x="119337" y="4724400"/>
            <a:ext cx="1040579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lv-LV" altLang="en-US" sz="2400" b="1" dirty="0"/>
              <a:t>Alka-</a:t>
            </a:r>
            <a:r>
              <a:rPr lang="lv-LV" altLang="en-US" sz="2400" b="1" dirty="0" err="1"/>
              <a:t>Seltzer</a:t>
            </a:r>
            <a:r>
              <a:rPr lang="lv-LV" altLang="en-US" sz="2400" b="1" dirty="0"/>
              <a:t> putojošās tabletes</a:t>
            </a:r>
            <a:r>
              <a:rPr lang="lv-LV" altLang="en-US" sz="2400" dirty="0"/>
              <a:t>: </a:t>
            </a:r>
          </a:p>
          <a:p>
            <a:pPr eaLnBrk="1" hangingPunct="1">
              <a:spcBef>
                <a:spcPct val="0"/>
              </a:spcBef>
              <a:buFontTx/>
              <a:buNone/>
            </a:pPr>
            <a:r>
              <a:rPr lang="lv-LV" altLang="en-US" sz="2400" dirty="0"/>
              <a:t>1 tablete satur 324 mg acetilsalicilskābes, kā arī 965 mg citronskābes </a:t>
            </a:r>
          </a:p>
          <a:p>
            <a:pPr eaLnBrk="1" hangingPunct="1">
              <a:spcBef>
                <a:spcPct val="0"/>
              </a:spcBef>
              <a:buFontTx/>
              <a:buNone/>
            </a:pPr>
            <a:r>
              <a:rPr lang="lv-LV" altLang="en-US" sz="2400" dirty="0"/>
              <a:t> un 1625 mg NaHCO</a:t>
            </a:r>
            <a:r>
              <a:rPr lang="lv-LV" altLang="en-US" sz="2400" baseline="-25000" dirty="0"/>
              <a:t>3</a:t>
            </a:r>
          </a:p>
          <a:p>
            <a:pPr eaLnBrk="1" hangingPunct="1">
              <a:spcBef>
                <a:spcPct val="0"/>
              </a:spcBef>
              <a:buFontTx/>
              <a:buNone/>
            </a:pPr>
            <a:r>
              <a:rPr lang="lv-LV" altLang="en-US" sz="2400" dirty="0"/>
              <a:t>Tīrs ūdens</a:t>
            </a:r>
          </a:p>
          <a:p>
            <a:pPr eaLnBrk="1" hangingPunct="1">
              <a:spcBef>
                <a:spcPct val="0"/>
              </a:spcBef>
              <a:buFontTx/>
              <a:buNone/>
            </a:pPr>
            <a:r>
              <a:rPr lang="lv-LV" altLang="en-US" sz="2400" dirty="0"/>
              <a:t>Ūdens-</a:t>
            </a:r>
            <a:r>
              <a:rPr lang="lv-LV" altLang="en-US" sz="2400" dirty="0" err="1"/>
              <a:t>etanola</a:t>
            </a:r>
            <a:r>
              <a:rPr lang="lv-LV" altLang="en-US" sz="2400" dirty="0"/>
              <a:t> maisījums </a:t>
            </a:r>
          </a:p>
        </p:txBody>
      </p:sp>
      <p:pic>
        <p:nvPicPr>
          <p:cNvPr id="36870" name="Picture 10" descr="Alka_Seltzer_Box">
            <a:extLst>
              <a:ext uri="{FF2B5EF4-FFF2-40B4-BE49-F238E27FC236}">
                <a16:creationId xmlns:a16="http://schemas.microsoft.com/office/drawing/2014/main" id="{65023D29-E9DC-48E1-A604-67232C018C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96400" y="4334200"/>
            <a:ext cx="2200275"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8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57B2FA84-8638-40BD-8163-05A4A3AD5E28}"/>
              </a:ext>
            </a:extLst>
          </p:cNvPr>
          <p:cNvSpPr>
            <a:spLocks noGrp="1" noChangeArrowheads="1"/>
          </p:cNvSpPr>
          <p:nvPr>
            <p:ph type="title"/>
          </p:nvPr>
        </p:nvSpPr>
        <p:spPr>
          <a:xfrm>
            <a:off x="2033589" y="115888"/>
            <a:ext cx="8169275" cy="698500"/>
          </a:xfrm>
        </p:spPr>
        <p:txBody>
          <a:bodyPr/>
          <a:lstStyle/>
          <a:p>
            <a:pPr eaLnBrk="1" hangingPunct="1"/>
            <a:r>
              <a:rPr lang="lv-LV" altLang="en-US" sz="3600">
                <a:solidFill>
                  <a:srgbClr val="008000"/>
                </a:solidFill>
              </a:rPr>
              <a:t>Koncentrācijas ietekme</a:t>
            </a:r>
          </a:p>
        </p:txBody>
      </p:sp>
      <p:pic>
        <p:nvPicPr>
          <p:cNvPr id="37891" name="Picture 4" descr="image2">
            <a:extLst>
              <a:ext uri="{FF2B5EF4-FFF2-40B4-BE49-F238E27FC236}">
                <a16:creationId xmlns:a16="http://schemas.microsoft.com/office/drawing/2014/main" id="{5AE3505D-54C7-4F9B-A310-A392D7D159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289" y="836614"/>
            <a:ext cx="8497887"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3B3243A9-05CF-42ED-A012-F1D33727B112}"/>
              </a:ext>
            </a:extLst>
          </p:cNvPr>
          <p:cNvPicPr>
            <a:picLocks noChangeAspect="1"/>
          </p:cNvPicPr>
          <p:nvPr/>
        </p:nvPicPr>
        <p:blipFill>
          <a:blip r:embed="rId4"/>
          <a:stretch>
            <a:fillRect/>
          </a:stretch>
        </p:blipFill>
        <p:spPr>
          <a:xfrm>
            <a:off x="4659976" y="3918507"/>
            <a:ext cx="2695575" cy="1676400"/>
          </a:xfrm>
          <a:prstGeom prst="rect">
            <a:avLst/>
          </a:prstGeom>
        </p:spPr>
      </p:pic>
      <p:pic>
        <p:nvPicPr>
          <p:cNvPr id="8" name="Picture 7">
            <a:extLst>
              <a:ext uri="{FF2B5EF4-FFF2-40B4-BE49-F238E27FC236}">
                <a16:creationId xmlns:a16="http://schemas.microsoft.com/office/drawing/2014/main" id="{4A197AF4-6354-4A6D-9E7F-05DDDD23071F}"/>
              </a:ext>
            </a:extLst>
          </p:cNvPr>
          <p:cNvPicPr>
            <a:picLocks noChangeAspect="1"/>
          </p:cNvPicPr>
          <p:nvPr/>
        </p:nvPicPr>
        <p:blipFill>
          <a:blip r:embed="rId5"/>
          <a:stretch>
            <a:fillRect/>
          </a:stretch>
        </p:blipFill>
        <p:spPr>
          <a:xfrm>
            <a:off x="1533859" y="3933057"/>
            <a:ext cx="2657475" cy="1685925"/>
          </a:xfrm>
          <a:prstGeom prst="rect">
            <a:avLst/>
          </a:prstGeom>
        </p:spPr>
      </p:pic>
      <p:pic>
        <p:nvPicPr>
          <p:cNvPr id="9" name="Picture 8">
            <a:extLst>
              <a:ext uri="{FF2B5EF4-FFF2-40B4-BE49-F238E27FC236}">
                <a16:creationId xmlns:a16="http://schemas.microsoft.com/office/drawing/2014/main" id="{5948EA5E-317A-401E-BE33-B0F1CC0E9005}"/>
              </a:ext>
            </a:extLst>
          </p:cNvPr>
          <p:cNvPicPr>
            <a:picLocks noChangeAspect="1"/>
          </p:cNvPicPr>
          <p:nvPr/>
        </p:nvPicPr>
        <p:blipFill>
          <a:blip r:embed="rId6"/>
          <a:stretch>
            <a:fillRect/>
          </a:stretch>
        </p:blipFill>
        <p:spPr>
          <a:xfrm>
            <a:off x="7824193" y="3908983"/>
            <a:ext cx="2714625" cy="1685925"/>
          </a:xfrm>
          <a:prstGeom prst="rect">
            <a:avLst/>
          </a:prstGeom>
        </p:spPr>
      </p:pic>
      <p:sp>
        <p:nvSpPr>
          <p:cNvPr id="2" name="TextBox 1">
            <a:extLst>
              <a:ext uri="{FF2B5EF4-FFF2-40B4-BE49-F238E27FC236}">
                <a16:creationId xmlns:a16="http://schemas.microsoft.com/office/drawing/2014/main" id="{3C144234-3BAA-45C7-9A80-D8D8431DC096}"/>
              </a:ext>
            </a:extLst>
          </p:cNvPr>
          <p:cNvSpPr txBox="1"/>
          <p:nvPr/>
        </p:nvSpPr>
        <p:spPr>
          <a:xfrm>
            <a:off x="1495942" y="2538992"/>
            <a:ext cx="9061840" cy="446276"/>
          </a:xfrm>
          <a:prstGeom prst="rect">
            <a:avLst/>
          </a:prstGeom>
          <a:noFill/>
        </p:spPr>
        <p:txBody>
          <a:bodyPr wrap="none" rtlCol="0">
            <a:spAutoFit/>
          </a:bodyPr>
          <a:lstStyle/>
          <a:p>
            <a:r>
              <a:rPr lang="pt-BR" sz="2300" b="1" dirty="0"/>
              <a:t>3</a:t>
            </a:r>
            <a:r>
              <a:rPr lang="pt-BR" sz="2300" dirty="0"/>
              <a:t>Na</a:t>
            </a:r>
            <a:r>
              <a:rPr lang="pt-BR" sz="2300" baseline="-25000" dirty="0"/>
              <a:t>2</a:t>
            </a:r>
            <a:r>
              <a:rPr lang="pt-BR" sz="2300" dirty="0"/>
              <a:t>S</a:t>
            </a:r>
            <a:r>
              <a:rPr lang="pt-BR" sz="2300" baseline="-25000" dirty="0"/>
              <a:t>2</a:t>
            </a:r>
            <a:r>
              <a:rPr lang="pt-BR" sz="2300" dirty="0"/>
              <a:t>O</a:t>
            </a:r>
            <a:r>
              <a:rPr lang="pt-BR" sz="2300" baseline="-25000" dirty="0"/>
              <a:t>3</a:t>
            </a:r>
            <a:r>
              <a:rPr lang="pt-BR" sz="2300" dirty="0"/>
              <a:t> + </a:t>
            </a:r>
            <a:r>
              <a:rPr lang="pt-BR" sz="2300" b="1" dirty="0"/>
              <a:t>2</a:t>
            </a:r>
            <a:r>
              <a:rPr lang="pt-BR" sz="2300" dirty="0"/>
              <a:t>Na</a:t>
            </a:r>
            <a:r>
              <a:rPr lang="pt-BR" sz="2300" baseline="-25000" dirty="0"/>
              <a:t>3</a:t>
            </a:r>
            <a:r>
              <a:rPr lang="pt-BR" sz="2300" dirty="0"/>
              <a:t>AsO</a:t>
            </a:r>
            <a:r>
              <a:rPr lang="pt-BR" sz="2300" baseline="-25000" dirty="0"/>
              <a:t>3</a:t>
            </a:r>
            <a:r>
              <a:rPr lang="pt-BR" sz="2300" dirty="0"/>
              <a:t> + </a:t>
            </a:r>
            <a:r>
              <a:rPr lang="pt-BR" sz="2300" b="1" dirty="0"/>
              <a:t>6</a:t>
            </a:r>
            <a:r>
              <a:rPr lang="pt-BR" sz="2300" dirty="0"/>
              <a:t>HCl → </a:t>
            </a:r>
            <a:r>
              <a:rPr lang="pt-BR" sz="2300" b="1" dirty="0"/>
              <a:t>6</a:t>
            </a:r>
            <a:r>
              <a:rPr lang="pt-BR" sz="2300" dirty="0"/>
              <a:t>NaCl + </a:t>
            </a:r>
            <a:r>
              <a:rPr lang="pt-BR" sz="2300" b="1" dirty="0"/>
              <a:t>3</a:t>
            </a:r>
            <a:r>
              <a:rPr lang="pt-BR" sz="2300" dirty="0"/>
              <a:t>H</a:t>
            </a:r>
            <a:r>
              <a:rPr lang="pt-BR" sz="2300" baseline="-25000" dirty="0"/>
              <a:t>2</a:t>
            </a:r>
            <a:r>
              <a:rPr lang="pt-BR" sz="2300" dirty="0"/>
              <a:t>O + </a:t>
            </a:r>
            <a:r>
              <a:rPr lang="pt-BR" sz="2300" b="1" dirty="0"/>
              <a:t>3</a:t>
            </a:r>
            <a:r>
              <a:rPr lang="pt-BR" sz="2300" dirty="0"/>
              <a:t>Na</a:t>
            </a:r>
            <a:r>
              <a:rPr lang="pt-BR" sz="2300" baseline="-25000" dirty="0"/>
              <a:t>2</a:t>
            </a:r>
            <a:r>
              <a:rPr lang="pt-BR" sz="2300" dirty="0"/>
              <a:t>SO</a:t>
            </a:r>
            <a:r>
              <a:rPr lang="pt-BR" sz="2300" baseline="-25000" dirty="0"/>
              <a:t>4</a:t>
            </a:r>
            <a:r>
              <a:rPr lang="pt-BR" sz="2300" dirty="0"/>
              <a:t> + </a:t>
            </a:r>
            <a:r>
              <a:rPr lang="pt-BR" sz="2300" dirty="0">
                <a:solidFill>
                  <a:srgbClr val="FFC000"/>
                </a:solidFill>
              </a:rPr>
              <a:t>As</a:t>
            </a:r>
            <a:r>
              <a:rPr lang="pt-BR" sz="2300" baseline="-25000" dirty="0">
                <a:solidFill>
                  <a:srgbClr val="FFC000"/>
                </a:solidFill>
              </a:rPr>
              <a:t>2</a:t>
            </a:r>
            <a:r>
              <a:rPr lang="pt-BR" sz="2300" dirty="0">
                <a:solidFill>
                  <a:srgbClr val="FFC000"/>
                </a:solidFill>
              </a:rPr>
              <a:t>S</a:t>
            </a:r>
            <a:r>
              <a:rPr lang="pt-BR" sz="2300" baseline="-25000" dirty="0">
                <a:solidFill>
                  <a:srgbClr val="FFC000"/>
                </a:solidFill>
              </a:rPr>
              <a:t>3</a:t>
            </a:r>
            <a:endParaRPr lang="lv-LV" sz="2300" dirty="0">
              <a:solidFill>
                <a:srgbClr val="FFC000"/>
              </a:solidFill>
            </a:endParaRPr>
          </a:p>
        </p:txBody>
      </p:sp>
      <p:sp>
        <p:nvSpPr>
          <p:cNvPr id="3" name="TextBox 2">
            <a:extLst>
              <a:ext uri="{FF2B5EF4-FFF2-40B4-BE49-F238E27FC236}">
                <a16:creationId xmlns:a16="http://schemas.microsoft.com/office/drawing/2014/main" id="{5901CD6B-770A-4A45-A8B7-0A096645B209}"/>
              </a:ext>
            </a:extLst>
          </p:cNvPr>
          <p:cNvSpPr txBox="1"/>
          <p:nvPr/>
        </p:nvSpPr>
        <p:spPr>
          <a:xfrm>
            <a:off x="2423593" y="5836722"/>
            <a:ext cx="7411003" cy="646331"/>
          </a:xfrm>
          <a:prstGeom prst="rect">
            <a:avLst/>
          </a:prstGeom>
          <a:noFill/>
        </p:spPr>
        <p:txBody>
          <a:bodyPr wrap="none" rtlCol="0">
            <a:spAutoFit/>
          </a:bodyPr>
          <a:lstStyle/>
          <a:p>
            <a:r>
              <a:rPr lang="lv-LV" dirty="0"/>
              <a:t>t = 0 s			      t = 20 s			t = 40 s</a:t>
            </a:r>
          </a:p>
          <a:p>
            <a:r>
              <a:rPr lang="lv-LV" dirty="0"/>
              <a:t>   A			          B				     C</a:t>
            </a:r>
          </a:p>
        </p:txBody>
      </p:sp>
      <p:sp>
        <p:nvSpPr>
          <p:cNvPr id="10" name="Rectangle 9">
            <a:extLst>
              <a:ext uri="{FF2B5EF4-FFF2-40B4-BE49-F238E27FC236}">
                <a16:creationId xmlns:a16="http://schemas.microsoft.com/office/drawing/2014/main" id="{02D53B07-E34B-4336-9363-83380F0A390E}"/>
              </a:ext>
            </a:extLst>
          </p:cNvPr>
          <p:cNvSpPr/>
          <p:nvPr/>
        </p:nvSpPr>
        <p:spPr>
          <a:xfrm>
            <a:off x="8273272" y="6420915"/>
            <a:ext cx="3507948" cy="276999"/>
          </a:xfrm>
          <a:prstGeom prst="rect">
            <a:avLst/>
          </a:prstGeom>
        </p:spPr>
        <p:txBody>
          <a:bodyPr wrap="none">
            <a:spAutoFit/>
          </a:bodyPr>
          <a:lstStyle/>
          <a:p>
            <a:r>
              <a:rPr lang="lv-LV" sz="1200" dirty="0" err="1"/>
              <a:t>Copyright</a:t>
            </a:r>
            <a:r>
              <a:rPr lang="lv-LV" sz="1200" dirty="0"/>
              <a:t> © 2009 </a:t>
            </a:r>
            <a:r>
              <a:rPr lang="lv-LV" sz="1200" dirty="0" err="1"/>
              <a:t>by</a:t>
            </a:r>
            <a:r>
              <a:rPr lang="lv-LV" sz="1200" dirty="0"/>
              <a:t> </a:t>
            </a:r>
            <a:r>
              <a:rPr lang="lv-LV" sz="1200" dirty="0" err="1"/>
              <a:t>Houghton</a:t>
            </a:r>
            <a:r>
              <a:rPr lang="lv-LV" sz="1200" dirty="0"/>
              <a:t> </a:t>
            </a:r>
            <a:r>
              <a:rPr lang="lv-LV" sz="1200" dirty="0" err="1"/>
              <a:t>Mifflin</a:t>
            </a:r>
            <a:r>
              <a:rPr lang="lv-LV" sz="1200" dirty="0"/>
              <a:t> </a:t>
            </a:r>
            <a:r>
              <a:rPr lang="lv-LV" sz="1200" dirty="0" err="1"/>
              <a:t>Company</a:t>
            </a:r>
            <a:r>
              <a:rPr lang="lv-LV" sz="1200" dirty="0"/>
              <a:t>. </a:t>
            </a:r>
          </a:p>
        </p:txBody>
      </p:sp>
    </p:spTree>
    <p:extLst>
      <p:ext uri="{BB962C8B-B14F-4D97-AF65-F5344CB8AC3E}">
        <p14:creationId xmlns:p14="http://schemas.microsoft.com/office/powerpoint/2010/main" val="3117920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200C7C-4A18-4858-AA76-CB22A592D0D0}"/>
              </a:ext>
            </a:extLst>
          </p:cNvPr>
          <p:cNvSpPr>
            <a:spLocks noGrp="1"/>
          </p:cNvSpPr>
          <p:nvPr>
            <p:ph idx="1"/>
          </p:nvPr>
        </p:nvSpPr>
        <p:spPr>
          <a:xfrm>
            <a:off x="767408" y="980729"/>
            <a:ext cx="11305256" cy="4525963"/>
          </a:xfrm>
        </p:spPr>
        <p:txBody>
          <a:bodyPr/>
          <a:lstStyle/>
          <a:p>
            <a:pPr marL="0" indent="0">
              <a:buNone/>
            </a:pPr>
            <a:r>
              <a:rPr lang="lv-LV" sz="2800" dirty="0"/>
              <a:t>Aktīvo masu likums: </a:t>
            </a:r>
            <a:r>
              <a:rPr lang="lv-LV" sz="2800" dirty="0">
                <a:solidFill>
                  <a:srgbClr val="FF0000"/>
                </a:solidFill>
              </a:rPr>
              <a:t>ķīmiskās reakcijas ātrums ir proporcionāls izejvielu koncentrācijai</a:t>
            </a:r>
          </a:p>
        </p:txBody>
      </p:sp>
      <p:sp>
        <p:nvSpPr>
          <p:cNvPr id="4" name="Slide Number Placeholder 3">
            <a:extLst>
              <a:ext uri="{FF2B5EF4-FFF2-40B4-BE49-F238E27FC236}">
                <a16:creationId xmlns:a16="http://schemas.microsoft.com/office/drawing/2014/main" id="{5032C881-0226-43E8-BE92-4CCCD33AD1D6}"/>
              </a:ext>
            </a:extLst>
          </p:cNvPr>
          <p:cNvSpPr>
            <a:spLocks noGrp="1"/>
          </p:cNvSpPr>
          <p:nvPr>
            <p:ph type="sldNum" sz="quarter" idx="12"/>
          </p:nvPr>
        </p:nvSpPr>
        <p:spPr/>
        <p:txBody>
          <a:bodyPr/>
          <a:lstStyle/>
          <a:p>
            <a:fld id="{D3F750E3-4BAF-4FE4-BFA1-500D020F180D}" type="slidenum">
              <a:rPr lang="lv-LV" altLang="en-US" smtClean="0"/>
              <a:pPr/>
              <a:t>11</a:t>
            </a:fld>
            <a:endParaRPr lang="lv-LV" altLang="en-US"/>
          </a:p>
        </p:txBody>
      </p:sp>
      <p:sp>
        <p:nvSpPr>
          <p:cNvPr id="5" name="Rectangle 2">
            <a:extLst>
              <a:ext uri="{FF2B5EF4-FFF2-40B4-BE49-F238E27FC236}">
                <a16:creationId xmlns:a16="http://schemas.microsoft.com/office/drawing/2014/main" id="{DAFF4297-E708-43B7-8982-B9E7AD60236C}"/>
              </a:ext>
            </a:extLst>
          </p:cNvPr>
          <p:cNvSpPr>
            <a:spLocks noGrp="1" noChangeArrowheads="1"/>
          </p:cNvSpPr>
          <p:nvPr>
            <p:ph type="title"/>
          </p:nvPr>
        </p:nvSpPr>
        <p:spPr>
          <a:xfrm>
            <a:off x="2033589" y="115888"/>
            <a:ext cx="8169275" cy="698500"/>
          </a:xfrm>
        </p:spPr>
        <p:txBody>
          <a:bodyPr/>
          <a:lstStyle/>
          <a:p>
            <a:pPr eaLnBrk="1" hangingPunct="1"/>
            <a:r>
              <a:rPr lang="lv-LV" altLang="en-US" sz="3600">
                <a:solidFill>
                  <a:srgbClr val="008000"/>
                </a:solidFill>
              </a:rPr>
              <a:t>Koncentrācijas ietekme</a:t>
            </a:r>
          </a:p>
        </p:txBody>
      </p:sp>
      <p:sp>
        <p:nvSpPr>
          <p:cNvPr id="6" name="Rectangle 5">
            <a:extLst>
              <a:ext uri="{FF2B5EF4-FFF2-40B4-BE49-F238E27FC236}">
                <a16:creationId xmlns:a16="http://schemas.microsoft.com/office/drawing/2014/main" id="{3B3C3AED-4919-470D-8FF7-A365AE57EB15}"/>
              </a:ext>
            </a:extLst>
          </p:cNvPr>
          <p:cNvSpPr/>
          <p:nvPr/>
        </p:nvSpPr>
        <p:spPr>
          <a:xfrm>
            <a:off x="1944547" y="2060810"/>
            <a:ext cx="7061435" cy="1815882"/>
          </a:xfrm>
          <a:prstGeom prst="rect">
            <a:avLst/>
          </a:prstGeom>
        </p:spPr>
        <p:txBody>
          <a:bodyPr wrap="square">
            <a:spAutoFit/>
          </a:bodyPr>
          <a:lstStyle/>
          <a:p>
            <a:pPr eaLnBrk="1" hangingPunct="1"/>
            <a:r>
              <a:rPr lang="lv-LV" altLang="en-US" sz="2800" dirty="0"/>
              <a:t>Reakcijai</a:t>
            </a:r>
            <a:r>
              <a:rPr lang="lv-LV" altLang="en-US" sz="2800" b="1" dirty="0">
                <a:solidFill>
                  <a:schemeClr val="tx2"/>
                </a:solidFill>
              </a:rPr>
              <a:t> </a:t>
            </a:r>
            <a:r>
              <a:rPr lang="lv-LV" altLang="en-US" sz="2800" b="1" dirty="0" err="1">
                <a:solidFill>
                  <a:schemeClr val="tx2"/>
                </a:solidFill>
              </a:rPr>
              <a:t>aA</a:t>
            </a:r>
            <a:r>
              <a:rPr lang="lv-LV" altLang="en-US" sz="2800" b="1" dirty="0">
                <a:solidFill>
                  <a:schemeClr val="tx2"/>
                </a:solidFill>
              </a:rPr>
              <a:t>  +  </a:t>
            </a:r>
            <a:r>
              <a:rPr lang="lv-LV" altLang="en-US" sz="2800" b="1" dirty="0" err="1">
                <a:solidFill>
                  <a:schemeClr val="tx2"/>
                </a:solidFill>
              </a:rPr>
              <a:t>bB</a:t>
            </a:r>
            <a:r>
              <a:rPr lang="lv-LV" altLang="en-US" sz="2800" b="1" dirty="0">
                <a:solidFill>
                  <a:schemeClr val="tx2"/>
                </a:solidFill>
              </a:rPr>
              <a:t>  </a:t>
            </a:r>
            <a:r>
              <a:rPr lang="lv-LV" altLang="en-US" sz="2800" b="1" dirty="0">
                <a:solidFill>
                  <a:schemeClr val="tx2"/>
                </a:solidFill>
                <a:sym typeface="Symbol" panose="05050102010706020507" pitchFamily="18" charset="2"/>
              </a:rPr>
              <a:t>  </a:t>
            </a:r>
            <a:r>
              <a:rPr lang="lv-LV" altLang="en-US" sz="2800" b="1" dirty="0" err="1">
                <a:solidFill>
                  <a:schemeClr val="tx2"/>
                </a:solidFill>
                <a:sym typeface="Symbol" panose="05050102010706020507" pitchFamily="18" charset="2"/>
              </a:rPr>
              <a:t>eE</a:t>
            </a:r>
            <a:r>
              <a:rPr lang="lv-LV" altLang="en-US" sz="2800" b="1" dirty="0">
                <a:solidFill>
                  <a:schemeClr val="tx2"/>
                </a:solidFill>
                <a:sym typeface="Symbol" panose="05050102010706020507" pitchFamily="18" charset="2"/>
              </a:rPr>
              <a:t>  +  </a:t>
            </a:r>
            <a:r>
              <a:rPr lang="lv-LV" altLang="en-US" sz="2800" b="1" dirty="0" err="1">
                <a:solidFill>
                  <a:schemeClr val="tx2"/>
                </a:solidFill>
                <a:sym typeface="Symbol" panose="05050102010706020507" pitchFamily="18" charset="2"/>
              </a:rPr>
              <a:t>fF</a:t>
            </a:r>
            <a:endParaRPr lang="lv-LV" altLang="en-US" sz="2800" b="1" dirty="0">
              <a:solidFill>
                <a:schemeClr val="tx2"/>
              </a:solidFill>
              <a:sym typeface="Symbol" panose="05050102010706020507" pitchFamily="18" charset="2"/>
            </a:endParaRPr>
          </a:p>
          <a:p>
            <a:pPr algn="ctr" eaLnBrk="1" hangingPunct="1">
              <a:buFontTx/>
              <a:buNone/>
            </a:pPr>
            <a:r>
              <a:rPr lang="lv-LV" altLang="en-US" sz="2800" b="1" dirty="0">
                <a:solidFill>
                  <a:srgbClr val="CC0000"/>
                </a:solidFill>
                <a:sym typeface="Symbol" panose="05050102010706020507" pitchFamily="18" charset="2"/>
              </a:rPr>
              <a:t>v = k [A]</a:t>
            </a:r>
            <a:r>
              <a:rPr lang="lv-LV" altLang="en-US" sz="2800" b="1" baseline="30000" dirty="0">
                <a:solidFill>
                  <a:srgbClr val="CC0000"/>
                </a:solidFill>
                <a:sym typeface="Symbol" panose="05050102010706020507" pitchFamily="18" charset="2"/>
              </a:rPr>
              <a:t>x</a:t>
            </a:r>
            <a:r>
              <a:rPr lang="lv-LV" altLang="en-US" sz="2800" b="1" dirty="0">
                <a:solidFill>
                  <a:srgbClr val="CC0000"/>
                </a:solidFill>
                <a:sym typeface="Symbol" panose="05050102010706020507" pitchFamily="18" charset="2"/>
              </a:rPr>
              <a:t> [B]</a:t>
            </a:r>
            <a:r>
              <a:rPr lang="lv-LV" altLang="en-US" sz="2800" b="1" baseline="30000" dirty="0">
                <a:solidFill>
                  <a:srgbClr val="CC0000"/>
                </a:solidFill>
                <a:sym typeface="Symbol" panose="05050102010706020507" pitchFamily="18" charset="2"/>
              </a:rPr>
              <a:t>y</a:t>
            </a:r>
            <a:r>
              <a:rPr lang="lv-LV" altLang="en-US" sz="2800" b="1" dirty="0">
                <a:solidFill>
                  <a:srgbClr val="CC0000"/>
                </a:solidFill>
                <a:sym typeface="Symbol" panose="05050102010706020507" pitchFamily="18" charset="2"/>
              </a:rPr>
              <a:t> </a:t>
            </a:r>
          </a:p>
          <a:p>
            <a:pPr algn="ctr" eaLnBrk="1" hangingPunct="1">
              <a:buFontTx/>
              <a:buNone/>
            </a:pPr>
            <a:r>
              <a:rPr lang="lv-LV" altLang="en-US" sz="2800" dirty="0">
                <a:sym typeface="Symbol" panose="05050102010706020507" pitchFamily="18" charset="2"/>
              </a:rPr>
              <a:t>x  (=) a,  y  (=) b</a:t>
            </a:r>
          </a:p>
          <a:p>
            <a:pPr eaLnBrk="1" hangingPunct="1"/>
            <a:r>
              <a:rPr lang="lv-LV" altLang="en-US" sz="2800" dirty="0">
                <a:sym typeface="Symbol" panose="05050102010706020507" pitchFamily="18" charset="2"/>
              </a:rPr>
              <a:t>Kopējā reakcijas pakāpe</a:t>
            </a:r>
            <a:r>
              <a:rPr lang="lv-LV" altLang="en-US" sz="2800" b="1" dirty="0">
                <a:solidFill>
                  <a:schemeClr val="tx2"/>
                </a:solidFill>
                <a:sym typeface="Symbol" panose="05050102010706020507" pitchFamily="18" charset="2"/>
              </a:rPr>
              <a:t> z = x+ y + ...</a:t>
            </a:r>
          </a:p>
        </p:txBody>
      </p:sp>
      <p:sp>
        <p:nvSpPr>
          <p:cNvPr id="7" name="Rectangle 1">
            <a:extLst>
              <a:ext uri="{FF2B5EF4-FFF2-40B4-BE49-F238E27FC236}">
                <a16:creationId xmlns:a16="http://schemas.microsoft.com/office/drawing/2014/main" id="{EAF403FA-B24F-4DF8-87AA-6193D67FD271}"/>
              </a:ext>
            </a:extLst>
          </p:cNvPr>
          <p:cNvSpPr>
            <a:spLocks noChangeArrowheads="1"/>
          </p:cNvSpPr>
          <p:nvPr/>
        </p:nvSpPr>
        <p:spPr bwMode="auto">
          <a:xfrm>
            <a:off x="6350579" y="3846395"/>
            <a:ext cx="3500437"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lv-LV" altLang="en-US" sz="3000" b="1" dirty="0">
                <a:solidFill>
                  <a:srgbClr val="FF0000"/>
                </a:solidFill>
                <a:sym typeface="Symbol" panose="05050102010706020507" pitchFamily="18" charset="2"/>
              </a:rPr>
              <a:t>k – L</a:t>
            </a:r>
            <a:r>
              <a:rPr lang="lv-LV" altLang="en-US" sz="3000" b="1" baseline="30000" dirty="0">
                <a:solidFill>
                  <a:srgbClr val="FF0000"/>
                </a:solidFill>
                <a:sym typeface="Symbol" panose="05050102010706020507" pitchFamily="18" charset="2"/>
              </a:rPr>
              <a:t>(z-1)</a:t>
            </a:r>
            <a:r>
              <a:rPr lang="lv-LV" altLang="en-US" sz="3000" b="1" dirty="0">
                <a:solidFill>
                  <a:srgbClr val="FF0000"/>
                </a:solidFill>
                <a:sym typeface="Symbol" panose="05050102010706020507" pitchFamily="18" charset="2"/>
              </a:rPr>
              <a:t>/ mol</a:t>
            </a:r>
            <a:r>
              <a:rPr lang="lv-LV" altLang="en-US" sz="3000" b="1" baseline="30000" dirty="0">
                <a:solidFill>
                  <a:srgbClr val="FF0000"/>
                </a:solidFill>
                <a:sym typeface="Symbol" panose="05050102010706020507" pitchFamily="18" charset="2"/>
              </a:rPr>
              <a:t>(z-1) </a:t>
            </a:r>
            <a:r>
              <a:rPr lang="lv-LV" altLang="en-US" sz="3000" b="1" dirty="0">
                <a:solidFill>
                  <a:srgbClr val="FF0000"/>
                </a:solidFill>
                <a:sym typeface="Symbol" panose="05050102010706020507" pitchFamily="18" charset="2"/>
              </a:rPr>
              <a:t> s</a:t>
            </a:r>
            <a:endParaRPr lang="lv-LV" altLang="en-US" sz="3000" b="1" baseline="30000" dirty="0">
              <a:solidFill>
                <a:srgbClr val="FF0000"/>
              </a:solidFill>
              <a:sym typeface="Symbol" panose="05050102010706020507" pitchFamily="18" charset="2"/>
            </a:endParaRPr>
          </a:p>
        </p:txBody>
      </p:sp>
      <p:pic>
        <p:nvPicPr>
          <p:cNvPr id="49154" name="Picture 2" descr="Interaktīvās apmācības disks - Ķīmija 10. klasei">
            <a:extLst>
              <a:ext uri="{FF2B5EF4-FFF2-40B4-BE49-F238E27FC236}">
                <a16:creationId xmlns:a16="http://schemas.microsoft.com/office/drawing/2014/main" id="{3F8A9ED3-E74B-427B-AEDB-B32594952D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319" y="3788068"/>
            <a:ext cx="2889767" cy="288151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1E0B0EF-C0CD-4E92-A2BF-4A9A7AE8E5D7}"/>
              </a:ext>
            </a:extLst>
          </p:cNvPr>
          <p:cNvSpPr txBox="1"/>
          <p:nvPr/>
        </p:nvSpPr>
        <p:spPr>
          <a:xfrm>
            <a:off x="4583832" y="5246778"/>
            <a:ext cx="6177549" cy="830997"/>
          </a:xfrm>
          <a:prstGeom prst="rect">
            <a:avLst/>
          </a:prstGeom>
          <a:noFill/>
        </p:spPr>
        <p:txBody>
          <a:bodyPr wrap="square" rtlCol="0">
            <a:spAutoFit/>
          </a:bodyPr>
          <a:lstStyle/>
          <a:p>
            <a:r>
              <a:rPr lang="lv-LV" sz="2400" dirty="0">
                <a:solidFill>
                  <a:srgbClr val="0033CC"/>
                </a:solidFill>
              </a:rPr>
              <a:t>Reakcijas ātrums laikā samazinās,</a:t>
            </a:r>
          </a:p>
          <a:p>
            <a:r>
              <a:rPr lang="lv-LV" sz="2400" dirty="0">
                <a:solidFill>
                  <a:srgbClr val="0033CC"/>
                </a:solidFill>
              </a:rPr>
              <a:t>jo laikā samazinās reaģentu koncentrācija</a:t>
            </a:r>
          </a:p>
        </p:txBody>
      </p:sp>
    </p:spTree>
    <p:extLst>
      <p:ext uri="{BB962C8B-B14F-4D97-AF65-F5344CB8AC3E}">
        <p14:creationId xmlns:p14="http://schemas.microsoft.com/office/powerpoint/2010/main" val="746789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D10816A8-5DF0-406A-BE16-06D2EB647DC1}"/>
              </a:ext>
            </a:extLst>
          </p:cNvPr>
          <p:cNvSpPr>
            <a:spLocks noGrp="1" noChangeArrowheads="1"/>
          </p:cNvSpPr>
          <p:nvPr>
            <p:ph type="title"/>
          </p:nvPr>
        </p:nvSpPr>
        <p:spPr>
          <a:xfrm>
            <a:off x="2033589" y="188913"/>
            <a:ext cx="8169275" cy="698500"/>
          </a:xfrm>
        </p:spPr>
        <p:txBody>
          <a:bodyPr/>
          <a:lstStyle/>
          <a:p>
            <a:pPr eaLnBrk="1" hangingPunct="1"/>
            <a:r>
              <a:rPr lang="lv-LV" altLang="en-US" sz="3600">
                <a:solidFill>
                  <a:srgbClr val="008000"/>
                </a:solidFill>
              </a:rPr>
              <a:t>Spiediena ietekme</a:t>
            </a:r>
          </a:p>
        </p:txBody>
      </p:sp>
      <p:sp>
        <p:nvSpPr>
          <p:cNvPr id="38915" name="Text Box 6">
            <a:extLst>
              <a:ext uri="{FF2B5EF4-FFF2-40B4-BE49-F238E27FC236}">
                <a16:creationId xmlns:a16="http://schemas.microsoft.com/office/drawing/2014/main" id="{9B4124F6-B869-493D-ABF0-C2064D83EA48}"/>
              </a:ext>
            </a:extLst>
          </p:cNvPr>
          <p:cNvSpPr txBox="1">
            <a:spLocks noChangeArrowheads="1"/>
          </p:cNvSpPr>
          <p:nvPr/>
        </p:nvSpPr>
        <p:spPr bwMode="auto">
          <a:xfrm>
            <a:off x="407368" y="1125539"/>
            <a:ext cx="1137726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lv-LV" altLang="en-US" sz="2800" dirty="0"/>
              <a:t> Ja reakcijā iesaistītās vielas ir gāzes, reakcijas ātrumu ietekmē spiediens.</a:t>
            </a:r>
          </a:p>
          <a:p>
            <a:pPr eaLnBrk="1" hangingPunct="1">
              <a:spcBef>
                <a:spcPct val="0"/>
              </a:spcBef>
            </a:pPr>
            <a:r>
              <a:rPr lang="lv-LV" altLang="en-US" sz="2800" dirty="0"/>
              <a:t> Pēc Boila likuma - gāzes tilpums samazinās, ja spiediens palielinās.  </a:t>
            </a:r>
            <a:endParaRPr lang="en-US" altLang="en-US" sz="2800" dirty="0"/>
          </a:p>
        </p:txBody>
      </p:sp>
      <p:pic>
        <p:nvPicPr>
          <p:cNvPr id="38916" name="Picture 7">
            <a:extLst>
              <a:ext uri="{FF2B5EF4-FFF2-40B4-BE49-F238E27FC236}">
                <a16:creationId xmlns:a16="http://schemas.microsoft.com/office/drawing/2014/main" id="{1662E2EE-A37B-4623-BD37-F815E9A51B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7609" y="2925764"/>
            <a:ext cx="6803925" cy="2636537"/>
          </a:xfrm>
          <a:prstGeom prst="rect">
            <a:avLst/>
          </a:prstGeom>
          <a:noFill/>
          <a:ln w="9525">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5A730359-6A30-4637-94A9-183248B8102E}"/>
              </a:ext>
            </a:extLst>
          </p:cNvPr>
          <p:cNvSpPr txBox="1"/>
          <p:nvPr/>
        </p:nvSpPr>
        <p:spPr>
          <a:xfrm>
            <a:off x="3503713" y="5877272"/>
            <a:ext cx="4903907" cy="523220"/>
          </a:xfrm>
          <a:prstGeom prst="rect">
            <a:avLst/>
          </a:prstGeom>
          <a:noFill/>
        </p:spPr>
        <p:txBody>
          <a:bodyPr wrap="none" rtlCol="0">
            <a:spAutoFit/>
          </a:bodyPr>
          <a:lstStyle/>
          <a:p>
            <a:r>
              <a:rPr lang="lv-LV" sz="2800" dirty="0">
                <a:solidFill>
                  <a:srgbClr val="FF0000"/>
                </a:solidFill>
              </a:rPr>
              <a:t>N</a:t>
            </a:r>
            <a:r>
              <a:rPr lang="lv-LV" sz="2800" baseline="-25000" dirty="0">
                <a:solidFill>
                  <a:srgbClr val="FF0000"/>
                </a:solidFill>
              </a:rPr>
              <a:t>2</a:t>
            </a:r>
            <a:r>
              <a:rPr lang="lv-LV" sz="2800" dirty="0">
                <a:solidFill>
                  <a:srgbClr val="FF0000"/>
                </a:solidFill>
              </a:rPr>
              <a:t>(g)   +   3 H</a:t>
            </a:r>
            <a:r>
              <a:rPr lang="lv-LV" sz="2800" baseline="-25000" dirty="0">
                <a:solidFill>
                  <a:srgbClr val="FF0000"/>
                </a:solidFill>
              </a:rPr>
              <a:t>2</a:t>
            </a:r>
            <a:r>
              <a:rPr lang="lv-LV" sz="2800" dirty="0">
                <a:solidFill>
                  <a:srgbClr val="FF0000"/>
                </a:solidFill>
              </a:rPr>
              <a:t>(g) </a:t>
            </a:r>
            <a:r>
              <a:rPr lang="lv-LV" sz="2800" dirty="0">
                <a:solidFill>
                  <a:srgbClr val="FF0000"/>
                </a:solidFill>
                <a:sym typeface="Symbol" panose="05050102010706020507" pitchFamily="18" charset="2"/>
              </a:rPr>
              <a:t> 2 NH</a:t>
            </a:r>
            <a:r>
              <a:rPr lang="lv-LV" sz="2800" baseline="-25000" dirty="0">
                <a:solidFill>
                  <a:srgbClr val="FF0000"/>
                </a:solidFill>
                <a:sym typeface="Symbol" panose="05050102010706020507" pitchFamily="18" charset="2"/>
              </a:rPr>
              <a:t>3</a:t>
            </a:r>
            <a:r>
              <a:rPr lang="lv-LV" sz="2800" dirty="0">
                <a:solidFill>
                  <a:srgbClr val="FF0000"/>
                </a:solidFill>
                <a:sym typeface="Symbol" panose="05050102010706020507" pitchFamily="18" charset="2"/>
              </a:rPr>
              <a:t>(g)</a:t>
            </a:r>
            <a:endParaRPr lang="lv-LV" sz="2800"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90D32896-F3E4-423C-8DA5-C6B4F18C1DED}"/>
              </a:ext>
            </a:extLst>
          </p:cNvPr>
          <p:cNvSpPr>
            <a:spLocks noGrp="1" noChangeArrowheads="1"/>
          </p:cNvSpPr>
          <p:nvPr>
            <p:ph type="title"/>
          </p:nvPr>
        </p:nvSpPr>
        <p:spPr>
          <a:xfrm>
            <a:off x="2224088" y="115889"/>
            <a:ext cx="7543800" cy="796925"/>
          </a:xfrm>
        </p:spPr>
        <p:txBody>
          <a:bodyPr/>
          <a:lstStyle/>
          <a:p>
            <a:pPr eaLnBrk="1" hangingPunct="1"/>
            <a:r>
              <a:rPr lang="lv-LV" altLang="en-US" sz="4000">
                <a:solidFill>
                  <a:srgbClr val="008000"/>
                </a:solidFill>
              </a:rPr>
              <a:t>Virsmas laukuma ietekme</a:t>
            </a:r>
          </a:p>
        </p:txBody>
      </p:sp>
      <p:sp>
        <p:nvSpPr>
          <p:cNvPr id="38915" name="Text Box 4">
            <a:extLst>
              <a:ext uri="{FF2B5EF4-FFF2-40B4-BE49-F238E27FC236}">
                <a16:creationId xmlns:a16="http://schemas.microsoft.com/office/drawing/2014/main" id="{7D0F0368-4FC5-433E-90DC-184812240E13}"/>
              </a:ext>
            </a:extLst>
          </p:cNvPr>
          <p:cNvSpPr txBox="1">
            <a:spLocks noChangeArrowheads="1"/>
          </p:cNvSpPr>
          <p:nvPr/>
        </p:nvSpPr>
        <p:spPr bwMode="auto">
          <a:xfrm>
            <a:off x="6561590" y="4423017"/>
            <a:ext cx="496855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lv-LV" altLang="en-US" sz="2400" dirty="0"/>
              <a:t>Ja ķīmiskā reakcija notiek uz divu fāžu robežvirsmas, virsmas </a:t>
            </a:r>
          </a:p>
          <a:p>
            <a:pPr algn="just" eaLnBrk="1" hangingPunct="1">
              <a:spcBef>
                <a:spcPct val="0"/>
              </a:spcBef>
              <a:buFontTx/>
              <a:buNone/>
            </a:pPr>
            <a:r>
              <a:rPr lang="lv-LV" altLang="en-US" sz="2400" dirty="0"/>
              <a:t>laukums ietekmē reakcijas ātrumu.</a:t>
            </a:r>
            <a:r>
              <a:rPr lang="en-US" altLang="en-US" sz="2400" dirty="0"/>
              <a:t> </a:t>
            </a:r>
          </a:p>
        </p:txBody>
      </p:sp>
      <p:pic>
        <p:nvPicPr>
          <p:cNvPr id="6" name="Picture 5" descr="&#10;16_03b.jpg                                                     00000183Silberberg15-24                B5AE00F7:">
            <a:extLst>
              <a:ext uri="{FF2B5EF4-FFF2-40B4-BE49-F238E27FC236}">
                <a16:creationId xmlns:a16="http://schemas.microsoft.com/office/drawing/2014/main" id="{A3704EB6-1136-4869-869C-7DFECDC52A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8713" y="3451981"/>
            <a:ext cx="2501900" cy="327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11">
            <a:extLst>
              <a:ext uri="{FF2B5EF4-FFF2-40B4-BE49-F238E27FC236}">
                <a16:creationId xmlns:a16="http://schemas.microsoft.com/office/drawing/2014/main" id="{BEE8FA01-0F33-46AD-9A10-F6C1075CC348}"/>
              </a:ext>
            </a:extLst>
          </p:cNvPr>
          <p:cNvGrpSpPr>
            <a:grpSpLocks/>
          </p:cNvGrpSpPr>
          <p:nvPr/>
        </p:nvGrpSpPr>
        <p:grpSpPr bwMode="auto">
          <a:xfrm>
            <a:off x="761809" y="3328986"/>
            <a:ext cx="5040287" cy="3413125"/>
            <a:chOff x="1872" y="96"/>
            <a:chExt cx="6027" cy="3996"/>
          </a:xfrm>
        </p:grpSpPr>
        <p:pic>
          <p:nvPicPr>
            <p:cNvPr id="39946" name="Picture 4" descr="&#10;16_03a.jpg                                                     00000183Silberberg15-24                B5AE00F7:">
              <a:extLst>
                <a:ext uri="{FF2B5EF4-FFF2-40B4-BE49-F238E27FC236}">
                  <a16:creationId xmlns:a16="http://schemas.microsoft.com/office/drawing/2014/main" id="{A1F59C6B-D629-4E72-951B-46AA9B2168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 y="240"/>
              <a:ext cx="2942" cy="3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7" name="Rectangle 10">
              <a:extLst>
                <a:ext uri="{FF2B5EF4-FFF2-40B4-BE49-F238E27FC236}">
                  <a16:creationId xmlns:a16="http://schemas.microsoft.com/office/drawing/2014/main" id="{15C12A75-1638-418B-9976-872CE92C3F9B}"/>
                </a:ext>
              </a:extLst>
            </p:cNvPr>
            <p:cNvSpPr>
              <a:spLocks noChangeArrowheads="1"/>
            </p:cNvSpPr>
            <p:nvPr/>
          </p:nvSpPr>
          <p:spPr bwMode="auto">
            <a:xfrm>
              <a:off x="1872" y="96"/>
              <a:ext cx="602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900"/>
                <a:t>Copyright </a:t>
              </a:r>
              <a:r>
                <a:rPr lang="en-US" altLang="en-US" sz="900">
                  <a:cs typeface="Times New Roman" panose="02020603050405020304" pitchFamily="18" charset="0"/>
                </a:rPr>
                <a:t>©</a:t>
              </a:r>
              <a:r>
                <a:rPr lang="en-US" altLang="en-US" sz="900"/>
                <a:t>  The McGraw-Hill Companies, Inc. Permission required for reproduction or display.</a:t>
              </a:r>
            </a:p>
          </p:txBody>
        </p:sp>
      </p:grpSp>
      <p:grpSp>
        <p:nvGrpSpPr>
          <p:cNvPr id="39942" name="Group 8">
            <a:extLst>
              <a:ext uri="{FF2B5EF4-FFF2-40B4-BE49-F238E27FC236}">
                <a16:creationId xmlns:a16="http://schemas.microsoft.com/office/drawing/2014/main" id="{B23E155C-CE13-4EA2-B7BD-53106F5EF7E7}"/>
              </a:ext>
            </a:extLst>
          </p:cNvPr>
          <p:cNvGrpSpPr>
            <a:grpSpLocks noChangeAspect="1"/>
          </p:cNvGrpSpPr>
          <p:nvPr/>
        </p:nvGrpSpPr>
        <p:grpSpPr bwMode="auto">
          <a:xfrm>
            <a:off x="756848" y="830576"/>
            <a:ext cx="8439150" cy="2951162"/>
            <a:chOff x="132" y="666"/>
            <a:chExt cx="5316" cy="1859"/>
          </a:xfrm>
        </p:grpSpPr>
        <p:sp>
          <p:nvSpPr>
            <p:cNvPr id="39944" name="AutoShape 7">
              <a:extLst>
                <a:ext uri="{FF2B5EF4-FFF2-40B4-BE49-F238E27FC236}">
                  <a16:creationId xmlns:a16="http://schemas.microsoft.com/office/drawing/2014/main" id="{59C58F80-7A85-4329-A080-9CA1DAF735EC}"/>
                </a:ext>
              </a:extLst>
            </p:cNvPr>
            <p:cNvSpPr>
              <a:spLocks noChangeAspect="1" noChangeArrowheads="1" noTextEdit="1"/>
            </p:cNvSpPr>
            <p:nvPr/>
          </p:nvSpPr>
          <p:spPr bwMode="auto">
            <a:xfrm>
              <a:off x="132" y="666"/>
              <a:ext cx="5316" cy="1859"/>
            </a:xfrm>
            <a:prstGeom prst="rect">
              <a:avLst/>
            </a:prstGeom>
            <a:noFill/>
            <a:ln w="9525" algn="ctr">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baseline="-25000"/>
            </a:p>
          </p:txBody>
        </p:sp>
        <p:pic>
          <p:nvPicPr>
            <p:cNvPr id="39945" name="Picture 9">
              <a:extLst>
                <a:ext uri="{FF2B5EF4-FFF2-40B4-BE49-F238E27FC236}">
                  <a16:creationId xmlns:a16="http://schemas.microsoft.com/office/drawing/2014/main" id="{F0F84AC4-298B-4CAB-AAED-3E1D090DF4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 y="666"/>
              <a:ext cx="5328" cy="1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8919" name="TextBox 3">
            <a:extLst>
              <a:ext uri="{FF2B5EF4-FFF2-40B4-BE49-F238E27FC236}">
                <a16:creationId xmlns:a16="http://schemas.microsoft.com/office/drawing/2014/main" id="{3C6EAA23-2C39-42DF-A83E-00DBFEAAAF30}"/>
              </a:ext>
            </a:extLst>
          </p:cNvPr>
          <p:cNvSpPr txBox="1">
            <a:spLocks noChangeArrowheads="1"/>
          </p:cNvSpPr>
          <p:nvPr/>
        </p:nvSpPr>
        <p:spPr bwMode="auto">
          <a:xfrm>
            <a:off x="6360368" y="6219730"/>
            <a:ext cx="432201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lv-LV" altLang="lv-LV" dirty="0">
                <a:solidFill>
                  <a:srgbClr val="FF0000"/>
                </a:solidFill>
              </a:rPr>
              <a:t>4 </a:t>
            </a:r>
            <a:r>
              <a:rPr lang="lv-LV" altLang="lv-LV" dirty="0" err="1">
                <a:solidFill>
                  <a:srgbClr val="FF0000"/>
                </a:solidFill>
              </a:rPr>
              <a:t>Fe</a:t>
            </a:r>
            <a:r>
              <a:rPr lang="lv-LV" altLang="lv-LV" dirty="0">
                <a:solidFill>
                  <a:srgbClr val="FF0000"/>
                </a:solidFill>
              </a:rPr>
              <a:t> + 3 O</a:t>
            </a:r>
            <a:r>
              <a:rPr lang="lv-LV" altLang="lv-LV" baseline="-25000" dirty="0">
                <a:solidFill>
                  <a:srgbClr val="FF0000"/>
                </a:solidFill>
              </a:rPr>
              <a:t>2 </a:t>
            </a:r>
            <a:r>
              <a:rPr lang="lv-LV" altLang="lv-LV" dirty="0">
                <a:solidFill>
                  <a:srgbClr val="FF0000"/>
                </a:solidFill>
                <a:sym typeface="Symbol" panose="05050102010706020507" pitchFamily="18" charset="2"/>
              </a:rPr>
              <a:t> 2 Fe</a:t>
            </a:r>
            <a:r>
              <a:rPr lang="lv-LV" altLang="lv-LV" baseline="-25000" dirty="0">
                <a:solidFill>
                  <a:srgbClr val="FF0000"/>
                </a:solidFill>
                <a:sym typeface="Symbol" panose="05050102010706020507" pitchFamily="18" charset="2"/>
              </a:rPr>
              <a:t>2</a:t>
            </a:r>
            <a:r>
              <a:rPr lang="lv-LV" altLang="lv-LV" dirty="0">
                <a:solidFill>
                  <a:srgbClr val="FF0000"/>
                </a:solidFill>
                <a:sym typeface="Symbol" panose="05050102010706020507" pitchFamily="18" charset="2"/>
              </a:rPr>
              <a:t>O</a:t>
            </a:r>
            <a:r>
              <a:rPr lang="lv-LV" altLang="lv-LV" baseline="-25000" dirty="0">
                <a:solidFill>
                  <a:srgbClr val="FF0000"/>
                </a:solidFill>
                <a:sym typeface="Symbol" panose="05050102010706020507" pitchFamily="18" charset="2"/>
              </a:rPr>
              <a:t>3</a:t>
            </a:r>
            <a:endParaRPr lang="lv-LV" altLang="lv-LV" baseline="-250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91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9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p:bldP spid="389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39B1F80-4560-4ECE-9FD7-9737DC0A2BD5}"/>
              </a:ext>
            </a:extLst>
          </p:cNvPr>
          <p:cNvSpPr>
            <a:spLocks noGrp="1" noChangeArrowheads="1"/>
          </p:cNvSpPr>
          <p:nvPr>
            <p:ph type="title"/>
          </p:nvPr>
        </p:nvSpPr>
        <p:spPr>
          <a:xfrm>
            <a:off x="2033589" y="44450"/>
            <a:ext cx="8169275" cy="698500"/>
          </a:xfrm>
        </p:spPr>
        <p:txBody>
          <a:bodyPr/>
          <a:lstStyle/>
          <a:p>
            <a:pPr eaLnBrk="1" hangingPunct="1"/>
            <a:r>
              <a:rPr lang="lv-LV" altLang="en-US" sz="4000">
                <a:solidFill>
                  <a:srgbClr val="008000"/>
                </a:solidFill>
              </a:rPr>
              <a:t>Temperatūras ietekme</a:t>
            </a:r>
          </a:p>
        </p:txBody>
      </p:sp>
      <p:pic>
        <p:nvPicPr>
          <p:cNvPr id="41988" name="Picture 4" descr="image1">
            <a:extLst>
              <a:ext uri="{FF2B5EF4-FFF2-40B4-BE49-F238E27FC236}">
                <a16:creationId xmlns:a16="http://schemas.microsoft.com/office/drawing/2014/main" id="{78CAC8B6-69C0-4227-8577-9845642260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4755" y="742950"/>
            <a:ext cx="7862491" cy="2734044"/>
          </a:xfrm>
          <a:prstGeom prst="rect">
            <a:avLst/>
          </a:prstGeom>
          <a:solidFill>
            <a:schemeClr val="folHlink"/>
          </a:solidFill>
          <a:ln w="9525">
            <a:solidFill>
              <a:srgbClr val="008000"/>
            </a:solidFill>
            <a:miter lim="800000"/>
            <a:headEnd/>
            <a:tailEnd/>
          </a:ln>
        </p:spPr>
      </p:pic>
      <p:pic>
        <p:nvPicPr>
          <p:cNvPr id="2" name="Picture 1">
            <a:extLst>
              <a:ext uri="{FF2B5EF4-FFF2-40B4-BE49-F238E27FC236}">
                <a16:creationId xmlns:a16="http://schemas.microsoft.com/office/drawing/2014/main" id="{C717AC61-CC77-4F10-AEFE-2A75DAA5E6F2}"/>
              </a:ext>
            </a:extLst>
          </p:cNvPr>
          <p:cNvPicPr>
            <a:picLocks noChangeAspect="1"/>
          </p:cNvPicPr>
          <p:nvPr/>
        </p:nvPicPr>
        <p:blipFill>
          <a:blip r:embed="rId4"/>
          <a:stretch>
            <a:fillRect/>
          </a:stretch>
        </p:blipFill>
        <p:spPr>
          <a:xfrm>
            <a:off x="2927648" y="4365104"/>
            <a:ext cx="2167209" cy="2332810"/>
          </a:xfrm>
          <a:prstGeom prst="rect">
            <a:avLst/>
          </a:prstGeom>
        </p:spPr>
      </p:pic>
      <p:pic>
        <p:nvPicPr>
          <p:cNvPr id="3" name="Picture 2">
            <a:extLst>
              <a:ext uri="{FF2B5EF4-FFF2-40B4-BE49-F238E27FC236}">
                <a16:creationId xmlns:a16="http://schemas.microsoft.com/office/drawing/2014/main" id="{776228EB-BA82-4FFB-ADFD-0661F3958121}"/>
              </a:ext>
            </a:extLst>
          </p:cNvPr>
          <p:cNvPicPr>
            <a:picLocks noChangeAspect="1"/>
          </p:cNvPicPr>
          <p:nvPr/>
        </p:nvPicPr>
        <p:blipFill>
          <a:blip r:embed="rId5"/>
          <a:stretch>
            <a:fillRect/>
          </a:stretch>
        </p:blipFill>
        <p:spPr>
          <a:xfrm>
            <a:off x="5512968" y="4365105"/>
            <a:ext cx="2167210" cy="2332811"/>
          </a:xfrm>
          <a:prstGeom prst="rect">
            <a:avLst/>
          </a:prstGeom>
        </p:spPr>
      </p:pic>
      <p:sp>
        <p:nvSpPr>
          <p:cNvPr id="4" name="TextBox 3">
            <a:extLst>
              <a:ext uri="{FF2B5EF4-FFF2-40B4-BE49-F238E27FC236}">
                <a16:creationId xmlns:a16="http://schemas.microsoft.com/office/drawing/2014/main" id="{9EECD45F-8DBF-4C65-A61F-9EC2AF52CDC1}"/>
              </a:ext>
            </a:extLst>
          </p:cNvPr>
          <p:cNvSpPr txBox="1"/>
          <p:nvPr/>
        </p:nvSpPr>
        <p:spPr>
          <a:xfrm>
            <a:off x="1537321" y="3645025"/>
            <a:ext cx="8900193" cy="430887"/>
          </a:xfrm>
          <a:prstGeom prst="rect">
            <a:avLst/>
          </a:prstGeom>
          <a:noFill/>
        </p:spPr>
        <p:txBody>
          <a:bodyPr wrap="none" rtlCol="0">
            <a:spAutoFit/>
          </a:bodyPr>
          <a:lstStyle/>
          <a:p>
            <a:r>
              <a:rPr lang="pt-BR" sz="2200" b="1" dirty="0"/>
              <a:t>5</a:t>
            </a:r>
            <a:r>
              <a:rPr lang="pt-BR" sz="2200" dirty="0"/>
              <a:t>K</a:t>
            </a:r>
            <a:r>
              <a:rPr lang="pt-BR" sz="2200" baseline="-25000" dirty="0"/>
              <a:t>2</a:t>
            </a:r>
            <a:r>
              <a:rPr lang="pt-BR" sz="2200" dirty="0"/>
              <a:t>C</a:t>
            </a:r>
            <a:r>
              <a:rPr lang="pt-BR" sz="2200" baseline="-25000" dirty="0"/>
              <a:t>2</a:t>
            </a:r>
            <a:r>
              <a:rPr lang="pt-BR" sz="2200" dirty="0"/>
              <a:t>O</a:t>
            </a:r>
            <a:r>
              <a:rPr lang="pt-BR" sz="2200" baseline="-25000" dirty="0"/>
              <a:t>4</a:t>
            </a:r>
            <a:r>
              <a:rPr lang="pt-BR" sz="2200" dirty="0"/>
              <a:t> + </a:t>
            </a:r>
            <a:r>
              <a:rPr lang="pt-BR" sz="2200" b="1" dirty="0">
                <a:solidFill>
                  <a:srgbClr val="CC00CC"/>
                </a:solidFill>
              </a:rPr>
              <a:t>2</a:t>
            </a:r>
            <a:r>
              <a:rPr lang="pt-BR" sz="2200" dirty="0">
                <a:solidFill>
                  <a:srgbClr val="CC00CC"/>
                </a:solidFill>
              </a:rPr>
              <a:t>KM</a:t>
            </a:r>
            <a:r>
              <a:rPr lang="lv-LV" sz="2200" dirty="0">
                <a:solidFill>
                  <a:srgbClr val="CC00CC"/>
                </a:solidFill>
              </a:rPr>
              <a:t>n</a:t>
            </a:r>
            <a:r>
              <a:rPr lang="pt-BR" sz="2200" dirty="0">
                <a:solidFill>
                  <a:srgbClr val="CC00CC"/>
                </a:solidFill>
              </a:rPr>
              <a:t>O</a:t>
            </a:r>
            <a:r>
              <a:rPr lang="pt-BR" sz="2200" baseline="-25000" dirty="0">
                <a:solidFill>
                  <a:srgbClr val="CC00CC"/>
                </a:solidFill>
              </a:rPr>
              <a:t>4</a:t>
            </a:r>
            <a:r>
              <a:rPr lang="pt-BR" sz="2200" dirty="0"/>
              <a:t> + </a:t>
            </a:r>
            <a:r>
              <a:rPr lang="pt-BR" sz="2200" b="1" dirty="0"/>
              <a:t>8</a:t>
            </a:r>
            <a:r>
              <a:rPr lang="pt-BR" sz="2200" dirty="0"/>
              <a:t>H</a:t>
            </a:r>
            <a:r>
              <a:rPr lang="pt-BR" sz="2200" baseline="-25000" dirty="0"/>
              <a:t>2</a:t>
            </a:r>
            <a:r>
              <a:rPr lang="pt-BR" sz="2200" dirty="0"/>
              <a:t>SO</a:t>
            </a:r>
            <a:r>
              <a:rPr lang="pt-BR" sz="2200" baseline="-25000" dirty="0"/>
              <a:t>4</a:t>
            </a:r>
            <a:r>
              <a:rPr lang="pt-BR" sz="2200" dirty="0"/>
              <a:t> → </a:t>
            </a:r>
            <a:r>
              <a:rPr lang="pt-BR" sz="2200" b="1" dirty="0"/>
              <a:t>6</a:t>
            </a:r>
            <a:r>
              <a:rPr lang="pt-BR" sz="2200" dirty="0"/>
              <a:t>K</a:t>
            </a:r>
            <a:r>
              <a:rPr lang="pt-BR" sz="2200" baseline="-25000" dirty="0"/>
              <a:t>2</a:t>
            </a:r>
            <a:r>
              <a:rPr lang="pt-BR" sz="2200" dirty="0"/>
              <a:t>SO</a:t>
            </a:r>
            <a:r>
              <a:rPr lang="pt-BR" sz="2200" baseline="-25000" dirty="0"/>
              <a:t>4</a:t>
            </a:r>
            <a:r>
              <a:rPr lang="pt-BR" sz="2200" dirty="0"/>
              <a:t> + </a:t>
            </a:r>
            <a:r>
              <a:rPr lang="pt-BR" sz="2200" b="1" dirty="0">
                <a:solidFill>
                  <a:schemeClr val="bg1"/>
                </a:solidFill>
                <a:highlight>
                  <a:srgbClr val="000000"/>
                </a:highlight>
              </a:rPr>
              <a:t>2</a:t>
            </a:r>
            <a:r>
              <a:rPr lang="pt-BR" sz="2200" dirty="0">
                <a:solidFill>
                  <a:schemeClr val="bg1"/>
                </a:solidFill>
                <a:highlight>
                  <a:srgbClr val="000000"/>
                </a:highlight>
              </a:rPr>
              <a:t>M</a:t>
            </a:r>
            <a:r>
              <a:rPr lang="lv-LV" sz="2200" dirty="0">
                <a:solidFill>
                  <a:schemeClr val="bg1"/>
                </a:solidFill>
                <a:highlight>
                  <a:srgbClr val="000000"/>
                </a:highlight>
              </a:rPr>
              <a:t>n</a:t>
            </a:r>
            <a:r>
              <a:rPr lang="pt-BR" sz="2200" dirty="0">
                <a:solidFill>
                  <a:schemeClr val="bg1"/>
                </a:solidFill>
                <a:highlight>
                  <a:srgbClr val="000000"/>
                </a:highlight>
              </a:rPr>
              <a:t>SO</a:t>
            </a:r>
            <a:r>
              <a:rPr lang="pt-BR" sz="2200" baseline="-25000" dirty="0">
                <a:solidFill>
                  <a:schemeClr val="bg1"/>
                </a:solidFill>
                <a:highlight>
                  <a:srgbClr val="000000"/>
                </a:highlight>
              </a:rPr>
              <a:t>4</a:t>
            </a:r>
            <a:r>
              <a:rPr lang="pt-BR" sz="2200" dirty="0"/>
              <a:t> + </a:t>
            </a:r>
            <a:r>
              <a:rPr lang="pt-BR" sz="2200" b="1" dirty="0"/>
              <a:t>10</a:t>
            </a:r>
            <a:r>
              <a:rPr lang="pt-BR" sz="2200" dirty="0"/>
              <a:t>CO</a:t>
            </a:r>
            <a:r>
              <a:rPr lang="pt-BR" sz="2200" baseline="-25000" dirty="0"/>
              <a:t>2</a:t>
            </a:r>
            <a:r>
              <a:rPr lang="pt-BR" sz="2200" dirty="0"/>
              <a:t> + </a:t>
            </a:r>
            <a:r>
              <a:rPr lang="pt-BR" sz="2200" b="1" dirty="0"/>
              <a:t>8</a:t>
            </a:r>
            <a:r>
              <a:rPr lang="pt-BR" sz="2200" dirty="0"/>
              <a:t>H</a:t>
            </a:r>
            <a:r>
              <a:rPr lang="pt-BR" sz="2200" baseline="-25000" dirty="0"/>
              <a:t>2</a:t>
            </a:r>
            <a:r>
              <a:rPr lang="pt-BR" sz="2200" dirty="0"/>
              <a:t>O</a:t>
            </a:r>
            <a:endParaRPr lang="lv-LV" sz="2200" b="1" dirty="0"/>
          </a:p>
        </p:txBody>
      </p:sp>
      <p:sp>
        <p:nvSpPr>
          <p:cNvPr id="5" name="Rectangle 4">
            <a:extLst>
              <a:ext uri="{FF2B5EF4-FFF2-40B4-BE49-F238E27FC236}">
                <a16:creationId xmlns:a16="http://schemas.microsoft.com/office/drawing/2014/main" id="{495D4F6D-A187-442B-8FD2-92747B8A9507}"/>
              </a:ext>
            </a:extLst>
          </p:cNvPr>
          <p:cNvSpPr/>
          <p:nvPr/>
        </p:nvSpPr>
        <p:spPr>
          <a:xfrm>
            <a:off x="8273272" y="6420915"/>
            <a:ext cx="3507948" cy="276999"/>
          </a:xfrm>
          <a:prstGeom prst="rect">
            <a:avLst/>
          </a:prstGeom>
        </p:spPr>
        <p:txBody>
          <a:bodyPr wrap="none">
            <a:spAutoFit/>
          </a:bodyPr>
          <a:lstStyle/>
          <a:p>
            <a:r>
              <a:rPr lang="lv-LV" sz="1200" dirty="0" err="1"/>
              <a:t>Copyright</a:t>
            </a:r>
            <a:r>
              <a:rPr lang="lv-LV" sz="1200" dirty="0"/>
              <a:t> © 2009 </a:t>
            </a:r>
            <a:r>
              <a:rPr lang="lv-LV" sz="1200" dirty="0" err="1"/>
              <a:t>by</a:t>
            </a:r>
            <a:r>
              <a:rPr lang="lv-LV" sz="1200" dirty="0"/>
              <a:t> </a:t>
            </a:r>
            <a:r>
              <a:rPr lang="lv-LV" sz="1200" dirty="0" err="1"/>
              <a:t>Houghton</a:t>
            </a:r>
            <a:r>
              <a:rPr lang="lv-LV" sz="1200" dirty="0"/>
              <a:t> </a:t>
            </a:r>
            <a:r>
              <a:rPr lang="lv-LV" sz="1200" dirty="0" err="1"/>
              <a:t>Mifflin</a:t>
            </a:r>
            <a:r>
              <a:rPr lang="lv-LV" sz="1200" dirty="0"/>
              <a:t> </a:t>
            </a:r>
            <a:r>
              <a:rPr lang="lv-LV" sz="1200" dirty="0" err="1"/>
              <a:t>Company</a:t>
            </a:r>
            <a:r>
              <a:rPr lang="lv-LV" sz="1200" dirty="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39B1F80-4560-4ECE-9FD7-9737DC0A2BD5}"/>
              </a:ext>
            </a:extLst>
          </p:cNvPr>
          <p:cNvSpPr>
            <a:spLocks noGrp="1" noChangeArrowheads="1"/>
          </p:cNvSpPr>
          <p:nvPr>
            <p:ph type="title"/>
          </p:nvPr>
        </p:nvSpPr>
        <p:spPr>
          <a:xfrm>
            <a:off x="2033589" y="44450"/>
            <a:ext cx="8169275" cy="698500"/>
          </a:xfrm>
        </p:spPr>
        <p:txBody>
          <a:bodyPr/>
          <a:lstStyle/>
          <a:p>
            <a:pPr eaLnBrk="1" hangingPunct="1"/>
            <a:r>
              <a:rPr lang="lv-LV" altLang="en-US" sz="4000">
                <a:solidFill>
                  <a:srgbClr val="008000"/>
                </a:solidFill>
              </a:rPr>
              <a:t>Temperatūras ietekme</a:t>
            </a:r>
          </a:p>
        </p:txBody>
      </p:sp>
      <p:sp>
        <p:nvSpPr>
          <p:cNvPr id="5" name="TextBox 4">
            <a:extLst>
              <a:ext uri="{FF2B5EF4-FFF2-40B4-BE49-F238E27FC236}">
                <a16:creationId xmlns:a16="http://schemas.microsoft.com/office/drawing/2014/main" id="{9C74268F-2611-414A-BAF6-FE7056F101C0}"/>
              </a:ext>
            </a:extLst>
          </p:cNvPr>
          <p:cNvSpPr txBox="1"/>
          <p:nvPr/>
        </p:nvSpPr>
        <p:spPr>
          <a:xfrm>
            <a:off x="695400" y="951552"/>
            <a:ext cx="11233248" cy="2246769"/>
          </a:xfrm>
          <a:prstGeom prst="rect">
            <a:avLst/>
          </a:prstGeom>
          <a:noFill/>
        </p:spPr>
        <p:txBody>
          <a:bodyPr wrap="square" rtlCol="0">
            <a:spAutoFit/>
          </a:bodyPr>
          <a:lstStyle/>
          <a:p>
            <a:r>
              <a:rPr lang="lv-LV" sz="2800" dirty="0" err="1"/>
              <a:t>Vant</a:t>
            </a:r>
            <a:r>
              <a:rPr lang="lv-LV" sz="2800" dirty="0"/>
              <a:t>-Hofa likums: </a:t>
            </a:r>
            <a:r>
              <a:rPr lang="lv-LV" sz="2800" dirty="0">
                <a:solidFill>
                  <a:srgbClr val="FF0000"/>
                </a:solidFill>
              </a:rPr>
              <a:t>temperatūrai paaugstinoties par katriem 10 grādiem, vairumam reakciju ātrums pieaug 2-4 reizes</a:t>
            </a:r>
          </a:p>
          <a:p>
            <a:endParaRPr lang="lv-LV" sz="2800" dirty="0"/>
          </a:p>
          <a:p>
            <a:r>
              <a:rPr lang="lv-LV" sz="2800" dirty="0"/>
              <a:t>Katru reakciju raksturo ar ķīmiskās reakcijas ātruma temperatūras koeficientu</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A646917-38C6-4DC5-B89B-2EF16A5729AF}"/>
                  </a:ext>
                </a:extLst>
              </p:cNvPr>
              <p:cNvSpPr txBox="1"/>
              <p:nvPr/>
            </p:nvSpPr>
            <p:spPr>
              <a:xfrm>
                <a:off x="4290904" y="3429000"/>
                <a:ext cx="2597184" cy="10155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lv-LV" sz="3200" i="1">
                          <a:latin typeface="Cambria Math" panose="02040503050406030204" pitchFamily="18" charset="0"/>
                          <a:sym typeface="Symbol" panose="05050102010706020507" pitchFamily="18" charset="2"/>
                        </a:rPr>
                        <m:t></m:t>
                      </m:r>
                      <m:r>
                        <a:rPr lang="lv-LV" sz="3200" i="1">
                          <a:latin typeface="Cambria Math" panose="02040503050406030204" pitchFamily="18" charset="0"/>
                        </a:rPr>
                        <m:t>=</m:t>
                      </m:r>
                      <m:f>
                        <m:fPr>
                          <m:ctrlPr>
                            <a:rPr lang="lv-LV" sz="3200" i="1">
                              <a:latin typeface="Cambria Math" panose="02040503050406030204" pitchFamily="18" charset="0"/>
                            </a:rPr>
                          </m:ctrlPr>
                        </m:fPr>
                        <m:num>
                          <m:sSub>
                            <m:sSubPr>
                              <m:ctrlPr>
                                <a:rPr lang="lv-LV" sz="3200" i="1">
                                  <a:latin typeface="Cambria Math" panose="02040503050406030204" pitchFamily="18" charset="0"/>
                                </a:rPr>
                              </m:ctrlPr>
                            </m:sSubPr>
                            <m:e>
                              <m:r>
                                <a:rPr lang="lv-LV" sz="3200" i="1">
                                  <a:latin typeface="Cambria Math" panose="02040503050406030204" pitchFamily="18" charset="0"/>
                                </a:rPr>
                                <m:t>𝑘</m:t>
                              </m:r>
                            </m:e>
                            <m:sub>
                              <m:r>
                                <a:rPr lang="lv-LV" sz="3200" i="1">
                                  <a:latin typeface="Cambria Math" panose="02040503050406030204" pitchFamily="18" charset="0"/>
                                </a:rPr>
                                <m:t>𝑇</m:t>
                              </m:r>
                              <m:r>
                                <a:rPr lang="lv-LV" sz="3200" i="1">
                                  <a:latin typeface="Cambria Math" panose="02040503050406030204" pitchFamily="18" charset="0"/>
                                </a:rPr>
                                <m:t>+10</m:t>
                              </m:r>
                            </m:sub>
                          </m:sSub>
                        </m:num>
                        <m:den>
                          <m:sSub>
                            <m:sSubPr>
                              <m:ctrlPr>
                                <a:rPr lang="lv-LV" sz="3200" i="1">
                                  <a:latin typeface="Cambria Math" panose="02040503050406030204" pitchFamily="18" charset="0"/>
                                </a:rPr>
                              </m:ctrlPr>
                            </m:sSubPr>
                            <m:e>
                              <m:r>
                                <a:rPr lang="lv-LV" sz="3200" i="1">
                                  <a:latin typeface="Cambria Math" panose="02040503050406030204" pitchFamily="18" charset="0"/>
                                </a:rPr>
                                <m:t>𝑘</m:t>
                              </m:r>
                            </m:e>
                            <m:sub>
                              <m:r>
                                <a:rPr lang="lv-LV" sz="3200" i="1">
                                  <a:latin typeface="Cambria Math" panose="02040503050406030204" pitchFamily="18" charset="0"/>
                                </a:rPr>
                                <m:t>𝑇</m:t>
                              </m:r>
                            </m:sub>
                          </m:sSub>
                        </m:den>
                      </m:f>
                    </m:oMath>
                  </m:oMathPara>
                </a14:m>
                <a:endParaRPr lang="lv-LV" sz="3200" dirty="0"/>
              </a:p>
            </p:txBody>
          </p:sp>
        </mc:Choice>
        <mc:Fallback xmlns="">
          <p:sp>
            <p:nvSpPr>
              <p:cNvPr id="6" name="TextBox 5">
                <a:extLst>
                  <a:ext uri="{FF2B5EF4-FFF2-40B4-BE49-F238E27FC236}">
                    <a16:creationId xmlns:a16="http://schemas.microsoft.com/office/drawing/2014/main" id="{4A646917-38C6-4DC5-B89B-2EF16A5729AF}"/>
                  </a:ext>
                </a:extLst>
              </p:cNvPr>
              <p:cNvSpPr txBox="1">
                <a:spLocks noRot="1" noChangeAspect="1" noMove="1" noResize="1" noEditPoints="1" noAdjustHandles="1" noChangeArrowheads="1" noChangeShapeType="1" noTextEdit="1"/>
              </p:cNvSpPr>
              <p:nvPr/>
            </p:nvSpPr>
            <p:spPr>
              <a:xfrm>
                <a:off x="4290904" y="3429000"/>
                <a:ext cx="2597184" cy="1015534"/>
              </a:xfrm>
              <a:prstGeom prst="rect">
                <a:avLst/>
              </a:prstGeom>
              <a:blipFill>
                <a:blip r:embed="rId3"/>
                <a:stretch>
                  <a:fillRect/>
                </a:stretch>
              </a:blipFill>
            </p:spPr>
            <p:txBody>
              <a:bodyPr/>
              <a:lstStyle/>
              <a:p>
                <a:r>
                  <a:rPr lang="lv-LV">
                    <a:noFill/>
                  </a:rPr>
                  <a:t> </a:t>
                </a:r>
              </a:p>
            </p:txBody>
          </p:sp>
        </mc:Fallback>
      </mc:AlternateContent>
      <p:sp>
        <p:nvSpPr>
          <p:cNvPr id="7" name="TextBox 6">
            <a:extLst>
              <a:ext uri="{FF2B5EF4-FFF2-40B4-BE49-F238E27FC236}">
                <a16:creationId xmlns:a16="http://schemas.microsoft.com/office/drawing/2014/main" id="{8A22C4DB-BE7F-46BC-976A-2872D4F217BC}"/>
              </a:ext>
            </a:extLst>
          </p:cNvPr>
          <p:cNvSpPr txBox="1"/>
          <p:nvPr/>
        </p:nvSpPr>
        <p:spPr>
          <a:xfrm>
            <a:off x="1631504" y="4869160"/>
            <a:ext cx="7677743" cy="923330"/>
          </a:xfrm>
          <a:prstGeom prst="rect">
            <a:avLst/>
          </a:prstGeom>
          <a:noFill/>
        </p:spPr>
        <p:txBody>
          <a:bodyPr wrap="none" rtlCol="0">
            <a:spAutoFit/>
          </a:bodyPr>
          <a:lstStyle/>
          <a:p>
            <a:r>
              <a:rPr lang="lv-LV" dirty="0" err="1"/>
              <a:t>k</a:t>
            </a:r>
            <a:r>
              <a:rPr lang="lv-LV" baseline="-25000" dirty="0" err="1"/>
              <a:t>T</a:t>
            </a:r>
            <a:r>
              <a:rPr lang="lv-LV" dirty="0"/>
              <a:t> - reakcijas ātruma konstante temperatūrā T</a:t>
            </a:r>
          </a:p>
          <a:p>
            <a:r>
              <a:rPr lang="lv-LV" dirty="0"/>
              <a:t>k</a:t>
            </a:r>
            <a:r>
              <a:rPr lang="lv-LV" baseline="-25000" dirty="0"/>
              <a:t>T+10</a:t>
            </a:r>
            <a:r>
              <a:rPr lang="lv-LV" dirty="0"/>
              <a:t> - reakcijas ātruma konstante par 10 grādiem augstākā temperatūrā T</a:t>
            </a:r>
          </a:p>
          <a:p>
            <a:endParaRPr lang="lv-LV" dirty="0"/>
          </a:p>
        </p:txBody>
      </p:sp>
    </p:spTree>
    <p:extLst>
      <p:ext uri="{BB962C8B-B14F-4D97-AF65-F5344CB8AC3E}">
        <p14:creationId xmlns:p14="http://schemas.microsoft.com/office/powerpoint/2010/main" val="2453843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418A6188-13DB-40B6-9543-094EDE0EDA38}"/>
              </a:ext>
            </a:extLst>
          </p:cNvPr>
          <p:cNvSpPr>
            <a:spLocks noGrp="1"/>
          </p:cNvSpPr>
          <p:nvPr>
            <p:ph type="title"/>
          </p:nvPr>
        </p:nvSpPr>
        <p:spPr>
          <a:xfrm>
            <a:off x="1981200" y="44451"/>
            <a:ext cx="8229600" cy="681319"/>
          </a:xfrm>
        </p:spPr>
        <p:txBody>
          <a:bodyPr/>
          <a:lstStyle/>
          <a:p>
            <a:r>
              <a:rPr lang="lv-LV" altLang="en-US" sz="3600" dirty="0">
                <a:solidFill>
                  <a:srgbClr val="008000"/>
                </a:solidFill>
              </a:rPr>
              <a:t>Aktivācijas enerģija</a:t>
            </a:r>
            <a:endParaRPr lang="en-GB" altLang="en-US" sz="3600" dirty="0"/>
          </a:p>
        </p:txBody>
      </p:sp>
      <p:sp>
        <p:nvSpPr>
          <p:cNvPr id="34819" name="Slide Number Placeholder 3">
            <a:extLst>
              <a:ext uri="{FF2B5EF4-FFF2-40B4-BE49-F238E27FC236}">
                <a16:creationId xmlns:a16="http://schemas.microsoft.com/office/drawing/2014/main" id="{66D132A0-AF21-43A2-84CB-F0A51BA6ED03}"/>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A522655-1B7C-4401-A403-DDC953143399}" type="slidenum">
              <a:rPr lang="lv-LV" altLang="en-US" sz="1400"/>
              <a:pPr>
                <a:spcBef>
                  <a:spcPct val="0"/>
                </a:spcBef>
                <a:buFontTx/>
                <a:buNone/>
              </a:pPr>
              <a:t>16</a:t>
            </a:fld>
            <a:endParaRPr lang="lv-LV" altLang="en-US" sz="1400"/>
          </a:p>
        </p:txBody>
      </p:sp>
      <p:sp>
        <p:nvSpPr>
          <p:cNvPr id="34820" name="Content Placeholder 8">
            <a:extLst>
              <a:ext uri="{FF2B5EF4-FFF2-40B4-BE49-F238E27FC236}">
                <a16:creationId xmlns:a16="http://schemas.microsoft.com/office/drawing/2014/main" id="{49466263-E0EE-4525-9E5B-F58C769CFC87}"/>
              </a:ext>
            </a:extLst>
          </p:cNvPr>
          <p:cNvSpPr>
            <a:spLocks noGrp="1"/>
          </p:cNvSpPr>
          <p:nvPr>
            <p:ph idx="1"/>
          </p:nvPr>
        </p:nvSpPr>
        <p:spPr>
          <a:xfrm>
            <a:off x="335360" y="908721"/>
            <a:ext cx="11856639" cy="4634469"/>
          </a:xfrm>
        </p:spPr>
        <p:txBody>
          <a:bodyPr/>
          <a:lstStyle/>
          <a:p>
            <a:r>
              <a:rPr lang="lv-LV" altLang="en-US" sz="2400" dirty="0">
                <a:solidFill>
                  <a:srgbClr val="C00000"/>
                </a:solidFill>
              </a:rPr>
              <a:t>Aktivācijas enerģija, </a:t>
            </a:r>
            <a:r>
              <a:rPr lang="lv-LV" altLang="en-US" sz="2400" dirty="0" err="1">
                <a:solidFill>
                  <a:srgbClr val="C00000"/>
                </a:solidFill>
              </a:rPr>
              <a:t>E</a:t>
            </a:r>
            <a:r>
              <a:rPr lang="lv-LV" altLang="en-US" sz="2400" baseline="-25000" dirty="0" err="1">
                <a:solidFill>
                  <a:srgbClr val="C00000"/>
                </a:solidFill>
              </a:rPr>
              <a:t>a</a:t>
            </a:r>
            <a:r>
              <a:rPr lang="lv-LV" altLang="en-US" sz="2400" dirty="0">
                <a:solidFill>
                  <a:srgbClr val="C00000"/>
                </a:solidFill>
              </a:rPr>
              <a:t>, </a:t>
            </a:r>
            <a:r>
              <a:rPr lang="lv-LV" altLang="en-US" sz="2400" dirty="0"/>
              <a:t>ir sadursmju minimālā  enerģija, kas nepieciešama vielu molekulām, lai sāktos ķīmiska reakcija. </a:t>
            </a:r>
          </a:p>
        </p:txBody>
      </p:sp>
      <p:sp>
        <p:nvSpPr>
          <p:cNvPr id="3" name="TextBox 2">
            <a:extLst>
              <a:ext uri="{FF2B5EF4-FFF2-40B4-BE49-F238E27FC236}">
                <a16:creationId xmlns:a16="http://schemas.microsoft.com/office/drawing/2014/main" id="{FB434C2A-B44F-40AE-B28A-984EC2DCF7E4}"/>
              </a:ext>
            </a:extLst>
          </p:cNvPr>
          <p:cNvSpPr txBox="1"/>
          <p:nvPr/>
        </p:nvSpPr>
        <p:spPr>
          <a:xfrm>
            <a:off x="1775520" y="5003884"/>
            <a:ext cx="2659702" cy="369332"/>
          </a:xfrm>
          <a:prstGeom prst="rect">
            <a:avLst/>
          </a:prstGeom>
          <a:noFill/>
        </p:spPr>
        <p:txBody>
          <a:bodyPr wrap="none" rtlCol="0">
            <a:spAutoFit/>
          </a:bodyPr>
          <a:lstStyle/>
          <a:p>
            <a:r>
              <a:rPr lang="lv-LV" dirty="0">
                <a:solidFill>
                  <a:srgbClr val="FF0000"/>
                </a:solidFill>
              </a:rPr>
              <a:t>Eksotermiskas</a:t>
            </a:r>
            <a:r>
              <a:rPr lang="lv-LV" dirty="0"/>
              <a:t> </a:t>
            </a:r>
            <a:r>
              <a:rPr lang="lv-LV" dirty="0">
                <a:solidFill>
                  <a:srgbClr val="FF0000"/>
                </a:solidFill>
              </a:rPr>
              <a:t>reakcijas</a:t>
            </a:r>
          </a:p>
        </p:txBody>
      </p:sp>
      <p:sp>
        <p:nvSpPr>
          <p:cNvPr id="11" name="TextBox 10">
            <a:extLst>
              <a:ext uri="{FF2B5EF4-FFF2-40B4-BE49-F238E27FC236}">
                <a16:creationId xmlns:a16="http://schemas.microsoft.com/office/drawing/2014/main" id="{8558B658-7072-4177-A142-AAF4CF69B61B}"/>
              </a:ext>
            </a:extLst>
          </p:cNvPr>
          <p:cNvSpPr txBox="1"/>
          <p:nvPr/>
        </p:nvSpPr>
        <p:spPr>
          <a:xfrm>
            <a:off x="7525450" y="5187284"/>
            <a:ext cx="2685351" cy="369332"/>
          </a:xfrm>
          <a:prstGeom prst="rect">
            <a:avLst/>
          </a:prstGeom>
          <a:noFill/>
        </p:spPr>
        <p:txBody>
          <a:bodyPr wrap="none" rtlCol="0">
            <a:spAutoFit/>
          </a:bodyPr>
          <a:lstStyle/>
          <a:p>
            <a:r>
              <a:rPr lang="lv-LV" dirty="0">
                <a:solidFill>
                  <a:srgbClr val="0033CC"/>
                </a:solidFill>
              </a:rPr>
              <a:t>Endotermiskas reakcijas</a:t>
            </a:r>
          </a:p>
        </p:txBody>
      </p:sp>
      <p:sp>
        <p:nvSpPr>
          <p:cNvPr id="5" name="TextBox 4">
            <a:extLst>
              <a:ext uri="{FF2B5EF4-FFF2-40B4-BE49-F238E27FC236}">
                <a16:creationId xmlns:a16="http://schemas.microsoft.com/office/drawing/2014/main" id="{E769D96C-90D6-4FC8-BE77-DF39384F28C6}"/>
              </a:ext>
            </a:extLst>
          </p:cNvPr>
          <p:cNvSpPr txBox="1"/>
          <p:nvPr/>
        </p:nvSpPr>
        <p:spPr>
          <a:xfrm>
            <a:off x="609600" y="5588527"/>
            <a:ext cx="10972799" cy="1015663"/>
          </a:xfrm>
          <a:prstGeom prst="rect">
            <a:avLst/>
          </a:prstGeom>
          <a:noFill/>
        </p:spPr>
        <p:txBody>
          <a:bodyPr wrap="square" rtlCol="0">
            <a:spAutoFit/>
          </a:bodyPr>
          <a:lstStyle/>
          <a:p>
            <a:r>
              <a:rPr lang="lv-LV" sz="2000" dirty="0">
                <a:solidFill>
                  <a:srgbClr val="FF0000"/>
                </a:solidFill>
              </a:rPr>
              <a:t>Aktīvais komplekss </a:t>
            </a:r>
            <a:r>
              <a:rPr lang="lv-LV" sz="2000" dirty="0"/>
              <a:t>– </a:t>
            </a:r>
            <a:r>
              <a:rPr lang="lv-LV" sz="2000" dirty="0" err="1"/>
              <a:t>starpsavienojums</a:t>
            </a:r>
            <a:r>
              <a:rPr lang="lv-LV" sz="2000" dirty="0"/>
              <a:t> (daļiņa), A-B, kurā saites, kas raksturīgas izejvielām, </a:t>
            </a:r>
          </a:p>
          <a:p>
            <a:r>
              <a:rPr lang="lv-LV" sz="2000" dirty="0"/>
              <a:t>		       vēl daļēji pastāv, bet saites, kas raksturīgas reakcijas produktiem, </a:t>
            </a:r>
          </a:p>
          <a:p>
            <a:r>
              <a:rPr lang="lv-LV" sz="2000" dirty="0"/>
              <a:t>		       jau ir sākušas veidoties</a:t>
            </a:r>
          </a:p>
        </p:txBody>
      </p:sp>
      <p:pic>
        <p:nvPicPr>
          <p:cNvPr id="4" name="Picture 3">
            <a:extLst>
              <a:ext uri="{FF2B5EF4-FFF2-40B4-BE49-F238E27FC236}">
                <a16:creationId xmlns:a16="http://schemas.microsoft.com/office/drawing/2014/main" id="{38958DCC-7E52-406C-80F7-5AD3FD28BEDA}"/>
              </a:ext>
            </a:extLst>
          </p:cNvPr>
          <p:cNvPicPr>
            <a:picLocks noChangeAspect="1"/>
          </p:cNvPicPr>
          <p:nvPr/>
        </p:nvPicPr>
        <p:blipFill>
          <a:blip r:embed="rId3"/>
          <a:stretch>
            <a:fillRect/>
          </a:stretch>
        </p:blipFill>
        <p:spPr>
          <a:xfrm>
            <a:off x="736680" y="1982365"/>
            <a:ext cx="4737381" cy="3021519"/>
          </a:xfrm>
          <a:prstGeom prst="rect">
            <a:avLst/>
          </a:prstGeom>
        </p:spPr>
      </p:pic>
      <p:pic>
        <p:nvPicPr>
          <p:cNvPr id="7" name="Picture 6">
            <a:extLst>
              <a:ext uri="{FF2B5EF4-FFF2-40B4-BE49-F238E27FC236}">
                <a16:creationId xmlns:a16="http://schemas.microsoft.com/office/drawing/2014/main" id="{7C53D921-2F69-410A-B2C9-9AB32F430053}"/>
              </a:ext>
            </a:extLst>
          </p:cNvPr>
          <p:cNvPicPr>
            <a:picLocks noChangeAspect="1"/>
          </p:cNvPicPr>
          <p:nvPr/>
        </p:nvPicPr>
        <p:blipFill>
          <a:blip r:embed="rId4"/>
          <a:stretch>
            <a:fillRect/>
          </a:stretch>
        </p:blipFill>
        <p:spPr>
          <a:xfrm>
            <a:off x="5875381" y="1604499"/>
            <a:ext cx="5511074" cy="3491309"/>
          </a:xfrm>
          <a:prstGeom prst="rect">
            <a:avLst/>
          </a:prstGeom>
        </p:spPr>
      </p:pic>
      <p:sp>
        <p:nvSpPr>
          <p:cNvPr id="8" name="TextBox 7">
            <a:extLst>
              <a:ext uri="{FF2B5EF4-FFF2-40B4-BE49-F238E27FC236}">
                <a16:creationId xmlns:a16="http://schemas.microsoft.com/office/drawing/2014/main" id="{C9386535-8474-47D4-BCA5-F5A93B219B16}"/>
              </a:ext>
            </a:extLst>
          </p:cNvPr>
          <p:cNvSpPr txBox="1"/>
          <p:nvPr/>
        </p:nvSpPr>
        <p:spPr>
          <a:xfrm>
            <a:off x="8092967" y="6525344"/>
            <a:ext cx="2827569" cy="276999"/>
          </a:xfrm>
          <a:prstGeom prst="rect">
            <a:avLst/>
          </a:prstGeom>
          <a:noFill/>
        </p:spPr>
        <p:txBody>
          <a:bodyPr wrap="none" rtlCol="0">
            <a:spAutoFit/>
          </a:bodyPr>
          <a:lstStyle/>
          <a:p>
            <a:r>
              <a:rPr lang="lv-LV" sz="1200" dirty="0"/>
              <a:t>https://slideplayer.com/slide/17170369/</a:t>
            </a:r>
          </a:p>
        </p:txBody>
      </p:sp>
    </p:spTree>
    <p:extLst>
      <p:ext uri="{BB962C8B-B14F-4D97-AF65-F5344CB8AC3E}">
        <p14:creationId xmlns:p14="http://schemas.microsoft.com/office/powerpoint/2010/main" val="3409808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D9DA0366-A571-4127-9236-DC4951C75911}"/>
              </a:ext>
            </a:extLst>
          </p:cNvPr>
          <p:cNvSpPr>
            <a:spLocks noGrp="1" noChangeArrowheads="1"/>
          </p:cNvSpPr>
          <p:nvPr>
            <p:ph type="title"/>
          </p:nvPr>
        </p:nvSpPr>
        <p:spPr>
          <a:xfrm>
            <a:off x="1981200" y="188913"/>
            <a:ext cx="8229600" cy="830262"/>
          </a:xfrm>
        </p:spPr>
        <p:txBody>
          <a:bodyPr/>
          <a:lstStyle/>
          <a:p>
            <a:pPr eaLnBrk="1" hangingPunct="1"/>
            <a:r>
              <a:rPr lang="lv-LV" altLang="en-US" sz="4000">
                <a:solidFill>
                  <a:srgbClr val="008000"/>
                </a:solidFill>
              </a:rPr>
              <a:t>Katalizatora ietekme</a:t>
            </a:r>
          </a:p>
        </p:txBody>
      </p:sp>
      <p:sp>
        <p:nvSpPr>
          <p:cNvPr id="44035" name="Rectangle 3">
            <a:extLst>
              <a:ext uri="{FF2B5EF4-FFF2-40B4-BE49-F238E27FC236}">
                <a16:creationId xmlns:a16="http://schemas.microsoft.com/office/drawing/2014/main" id="{6C4CC006-C91F-42EB-B46D-1EE55F7FC60D}"/>
              </a:ext>
            </a:extLst>
          </p:cNvPr>
          <p:cNvSpPr>
            <a:spLocks noGrp="1" noChangeArrowheads="1"/>
          </p:cNvSpPr>
          <p:nvPr>
            <p:ph type="body" idx="1"/>
          </p:nvPr>
        </p:nvSpPr>
        <p:spPr>
          <a:xfrm>
            <a:off x="407368" y="981075"/>
            <a:ext cx="11305256" cy="4789488"/>
          </a:xfrm>
        </p:spPr>
        <p:txBody>
          <a:bodyPr/>
          <a:lstStyle/>
          <a:p>
            <a:pPr eaLnBrk="1" hangingPunct="1"/>
            <a:r>
              <a:rPr lang="lv-LV" altLang="en-US" sz="2800" dirty="0">
                <a:solidFill>
                  <a:srgbClr val="CC0000"/>
                </a:solidFill>
              </a:rPr>
              <a:t>Katalizators</a:t>
            </a:r>
            <a:r>
              <a:rPr lang="lv-LV" altLang="en-US" sz="2800" dirty="0"/>
              <a:t> - viela, kas paātrina ķīmiskās reakcijas norisi, bet pati reakcijas gaitā nepiedalās</a:t>
            </a:r>
          </a:p>
          <a:p>
            <a:pPr eaLnBrk="1" hangingPunct="1"/>
            <a:r>
              <a:rPr lang="lv-LV" altLang="en-US" sz="2800" dirty="0"/>
              <a:t>H</a:t>
            </a:r>
            <a:r>
              <a:rPr lang="lv-LV" altLang="en-US" sz="2800" baseline="-25000" dirty="0"/>
              <a:t>2</a:t>
            </a:r>
            <a:r>
              <a:rPr lang="lv-LV" altLang="en-US" sz="2800" dirty="0"/>
              <a:t>O</a:t>
            </a:r>
            <a:r>
              <a:rPr lang="lv-LV" altLang="en-US" sz="2800" baseline="-25000" dirty="0"/>
              <a:t>2</a:t>
            </a:r>
            <a:r>
              <a:rPr lang="lv-LV" altLang="en-US" sz="2800" dirty="0"/>
              <a:t> sadalīšanās</a:t>
            </a:r>
          </a:p>
        </p:txBody>
      </p:sp>
      <p:pic>
        <p:nvPicPr>
          <p:cNvPr id="44036" name="Picture 4">
            <a:extLst>
              <a:ext uri="{FF2B5EF4-FFF2-40B4-BE49-F238E27FC236}">
                <a16:creationId xmlns:a16="http://schemas.microsoft.com/office/drawing/2014/main" id="{3236B352-4641-412F-A239-80DFD78FD0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688" y="2560638"/>
            <a:ext cx="5175250" cy="320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037" name="Text Box 5">
            <a:extLst>
              <a:ext uri="{FF2B5EF4-FFF2-40B4-BE49-F238E27FC236}">
                <a16:creationId xmlns:a16="http://schemas.microsoft.com/office/drawing/2014/main" id="{0BB86498-4F08-4DC3-A7F6-5CC5F01DD743}"/>
              </a:ext>
            </a:extLst>
          </p:cNvPr>
          <p:cNvSpPr txBox="1">
            <a:spLocks noChangeArrowheads="1"/>
          </p:cNvSpPr>
          <p:nvPr/>
        </p:nvSpPr>
        <p:spPr bwMode="auto">
          <a:xfrm>
            <a:off x="3287688" y="5954042"/>
            <a:ext cx="2354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lv-LV" altLang="en-US" sz="2400" dirty="0"/>
              <a:t>Bez katalizatora</a:t>
            </a:r>
          </a:p>
        </p:txBody>
      </p:sp>
      <p:sp>
        <p:nvSpPr>
          <p:cNvPr id="44038" name="Text Box 6">
            <a:extLst>
              <a:ext uri="{FF2B5EF4-FFF2-40B4-BE49-F238E27FC236}">
                <a16:creationId xmlns:a16="http://schemas.microsoft.com/office/drawing/2014/main" id="{9ECA6265-216E-48C6-979B-4D192334AED1}"/>
              </a:ext>
            </a:extLst>
          </p:cNvPr>
          <p:cNvSpPr txBox="1">
            <a:spLocks noChangeArrowheads="1"/>
          </p:cNvSpPr>
          <p:nvPr/>
        </p:nvSpPr>
        <p:spPr bwMode="auto">
          <a:xfrm>
            <a:off x="5807968" y="5949281"/>
            <a:ext cx="329930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lv-LV" altLang="en-US" sz="2400" dirty="0"/>
              <a:t>Katalizatora (KI ūdens </a:t>
            </a:r>
          </a:p>
          <a:p>
            <a:pPr eaLnBrk="1" hangingPunct="1">
              <a:spcBef>
                <a:spcPct val="0"/>
              </a:spcBef>
              <a:buFontTx/>
              <a:buNone/>
            </a:pPr>
            <a:r>
              <a:rPr lang="lv-LV" altLang="en-US" sz="2400" dirty="0"/>
              <a:t>   šķīduma) klātienē </a:t>
            </a:r>
          </a:p>
        </p:txBody>
      </p:sp>
      <p:sp>
        <p:nvSpPr>
          <p:cNvPr id="7" name="TextBox 3">
            <a:extLst>
              <a:ext uri="{FF2B5EF4-FFF2-40B4-BE49-F238E27FC236}">
                <a16:creationId xmlns:a16="http://schemas.microsoft.com/office/drawing/2014/main" id="{B2E0A5B8-6EC0-40BD-9A8B-4E1470909FD8}"/>
              </a:ext>
            </a:extLst>
          </p:cNvPr>
          <p:cNvSpPr txBox="1">
            <a:spLocks noChangeArrowheads="1"/>
          </p:cNvSpPr>
          <p:nvPr/>
        </p:nvSpPr>
        <p:spPr bwMode="auto">
          <a:xfrm>
            <a:off x="5159896" y="1872170"/>
            <a:ext cx="412805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lv-LV" altLang="lv-LV" dirty="0">
                <a:solidFill>
                  <a:srgbClr val="FF0000"/>
                </a:solidFill>
                <a:sym typeface="Symbol" panose="05050102010706020507" pitchFamily="18" charset="2"/>
              </a:rPr>
              <a:t>2 H</a:t>
            </a:r>
            <a:r>
              <a:rPr lang="lv-LV" altLang="lv-LV" baseline="-25000" dirty="0">
                <a:solidFill>
                  <a:srgbClr val="FF0000"/>
                </a:solidFill>
                <a:sym typeface="Symbol" panose="05050102010706020507" pitchFamily="18" charset="2"/>
              </a:rPr>
              <a:t>2</a:t>
            </a:r>
            <a:r>
              <a:rPr lang="lv-LV" altLang="lv-LV" dirty="0">
                <a:solidFill>
                  <a:srgbClr val="FF0000"/>
                </a:solidFill>
                <a:sym typeface="Symbol" panose="05050102010706020507" pitchFamily="18" charset="2"/>
              </a:rPr>
              <a:t>O</a:t>
            </a:r>
            <a:r>
              <a:rPr lang="lv-LV" altLang="lv-LV" baseline="-25000" dirty="0">
                <a:solidFill>
                  <a:srgbClr val="FF0000"/>
                </a:solidFill>
                <a:sym typeface="Symbol" panose="05050102010706020507" pitchFamily="18" charset="2"/>
              </a:rPr>
              <a:t>2</a:t>
            </a:r>
            <a:r>
              <a:rPr lang="lv-LV" altLang="lv-LV" dirty="0">
                <a:solidFill>
                  <a:srgbClr val="FF0000"/>
                </a:solidFill>
              </a:rPr>
              <a:t> </a:t>
            </a:r>
            <a:r>
              <a:rPr lang="lv-LV" altLang="lv-LV" dirty="0">
                <a:solidFill>
                  <a:srgbClr val="FF0000"/>
                </a:solidFill>
                <a:sym typeface="Symbol" panose="05050102010706020507" pitchFamily="18" charset="2"/>
              </a:rPr>
              <a:t> 2 H</a:t>
            </a:r>
            <a:r>
              <a:rPr lang="lv-LV" altLang="lv-LV" baseline="-25000" dirty="0">
                <a:solidFill>
                  <a:srgbClr val="FF0000"/>
                </a:solidFill>
                <a:sym typeface="Symbol" panose="05050102010706020507" pitchFamily="18" charset="2"/>
              </a:rPr>
              <a:t>2</a:t>
            </a:r>
            <a:r>
              <a:rPr lang="lv-LV" altLang="lv-LV" dirty="0">
                <a:solidFill>
                  <a:srgbClr val="FF0000"/>
                </a:solidFill>
                <a:sym typeface="Symbol" panose="05050102010706020507" pitchFamily="18" charset="2"/>
              </a:rPr>
              <a:t>O</a:t>
            </a:r>
            <a:r>
              <a:rPr lang="lv-LV" altLang="lv-LV" dirty="0">
                <a:solidFill>
                  <a:srgbClr val="FF0000"/>
                </a:solidFill>
              </a:rPr>
              <a:t> + O</a:t>
            </a:r>
            <a:r>
              <a:rPr lang="lv-LV" altLang="lv-LV" baseline="-25000" dirty="0">
                <a:solidFill>
                  <a:srgbClr val="FF0000"/>
                </a:solidFill>
              </a:rPr>
              <a:t>2</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Slaida numura vietturis 7">
            <a:extLst>
              <a:ext uri="{FF2B5EF4-FFF2-40B4-BE49-F238E27FC236}">
                <a16:creationId xmlns:a16="http://schemas.microsoft.com/office/drawing/2014/main" id="{E551B6DD-0835-4B56-BC61-50FC767B10D6}"/>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52F71F6-5B8C-4DA7-A4CB-3E6AA8C1A92B}" type="slidenum">
              <a:rPr lang="lv-LV" altLang="en-US" sz="1400"/>
              <a:pPr>
                <a:spcBef>
                  <a:spcPct val="0"/>
                </a:spcBef>
                <a:buFontTx/>
                <a:buNone/>
              </a:pPr>
              <a:t>18</a:t>
            </a:fld>
            <a:endParaRPr lang="lv-LV" altLang="en-US" sz="1400"/>
          </a:p>
        </p:txBody>
      </p:sp>
      <p:grpSp>
        <p:nvGrpSpPr>
          <p:cNvPr id="2" name="Content Placeholder 1025">
            <a:extLst>
              <a:ext uri="{FF2B5EF4-FFF2-40B4-BE49-F238E27FC236}">
                <a16:creationId xmlns:a16="http://schemas.microsoft.com/office/drawing/2014/main" id="{F59CBFD7-9A3A-40A8-B258-66CB2EE99811}"/>
              </a:ext>
            </a:extLst>
          </p:cNvPr>
          <p:cNvGrpSpPr>
            <a:grpSpLocks/>
          </p:cNvGrpSpPr>
          <p:nvPr/>
        </p:nvGrpSpPr>
        <p:grpSpPr bwMode="auto">
          <a:xfrm>
            <a:off x="1774825" y="115888"/>
            <a:ext cx="8686800" cy="4525962"/>
            <a:chOff x="272" y="999"/>
            <a:chExt cx="1872" cy="720"/>
          </a:xfrm>
        </p:grpSpPr>
        <p:cxnSp>
          <p:nvCxnSpPr>
            <p:cNvPr id="1028" name="_s1028">
              <a:extLst>
                <a:ext uri="{FF2B5EF4-FFF2-40B4-BE49-F238E27FC236}">
                  <a16:creationId xmlns:a16="http://schemas.microsoft.com/office/drawing/2014/main" id="{C35CE774-614C-49F1-9A5F-D2A05732F5CC}"/>
                </a:ext>
              </a:extLst>
            </p:cNvPr>
            <p:cNvCxnSpPr>
              <a:cxnSpLocks noChangeShapeType="1"/>
              <a:stCxn id="5" idx="0"/>
              <a:endCxn id="3" idx="2"/>
            </p:cNvCxnSpPr>
            <p:nvPr/>
          </p:nvCxnSpPr>
          <p:spPr bwMode="auto">
            <a:xfrm rot="5400000" flipH="1">
              <a:off x="1388" y="1107"/>
              <a:ext cx="144" cy="504"/>
            </a:xfrm>
            <a:prstGeom prst="bentConnector3">
              <a:avLst>
                <a:gd name="adj1" fmla="val 12810"/>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029" name="_s1029">
              <a:extLst>
                <a:ext uri="{FF2B5EF4-FFF2-40B4-BE49-F238E27FC236}">
                  <a16:creationId xmlns:a16="http://schemas.microsoft.com/office/drawing/2014/main" id="{C2108DA3-1531-4F38-A8B1-29666634025E}"/>
                </a:ext>
              </a:extLst>
            </p:cNvPr>
            <p:cNvCxnSpPr>
              <a:cxnSpLocks noChangeShapeType="1"/>
              <a:stCxn id="4" idx="0"/>
              <a:endCxn id="3" idx="2"/>
            </p:cNvCxnSpPr>
            <p:nvPr/>
          </p:nvCxnSpPr>
          <p:spPr bwMode="auto">
            <a:xfrm rot="16200000">
              <a:off x="884" y="1107"/>
              <a:ext cx="144" cy="504"/>
            </a:xfrm>
            <a:prstGeom prst="bentConnector3">
              <a:avLst>
                <a:gd name="adj1" fmla="val 12810"/>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sp>
          <p:nvSpPr>
            <p:cNvPr id="3" name="_s1030">
              <a:extLst>
                <a:ext uri="{FF2B5EF4-FFF2-40B4-BE49-F238E27FC236}">
                  <a16:creationId xmlns:a16="http://schemas.microsoft.com/office/drawing/2014/main" id="{CCD6E955-6D44-41C5-8E4C-3C78B6F5BB88}"/>
                </a:ext>
              </a:extLst>
            </p:cNvPr>
            <p:cNvSpPr>
              <a:spLocks noChangeArrowheads="1"/>
            </p:cNvSpPr>
            <p:nvPr/>
          </p:nvSpPr>
          <p:spPr bwMode="auto">
            <a:xfrm>
              <a:off x="776" y="999"/>
              <a:ext cx="864" cy="288"/>
            </a:xfrm>
            <a:prstGeom prst="roundRect">
              <a:avLst>
                <a:gd name="adj" fmla="val 16667"/>
              </a:avLst>
            </a:prstGeom>
            <a:solidFill>
              <a:schemeClr val="folHlink"/>
            </a:solidFill>
            <a:ln w="9525">
              <a:solidFill>
                <a:schemeClr val="tx1"/>
              </a:solidFill>
              <a:round/>
              <a:headEnd/>
              <a:tailEnd/>
            </a:ln>
          </p:spPr>
          <p:txBody>
            <a:bodyPr vert="horz" wrap="none" lIns="0" tIns="0" rIns="0" bIns="0" numCol="1" anchor="ctr" anchorCtr="0" compatLnSpc="1">
              <a:prstTxWarp prst="textNoShape">
                <a:avLst/>
              </a:prstTxWarp>
            </a:bodyPr>
            <a:lstStyle/>
            <a:p>
              <a:pPr algn="ctr" eaLnBrk="1" hangingPunct="1"/>
              <a:r>
                <a:rPr lang="lv-LV" altLang="en-US" sz="3600" b="1"/>
                <a:t>Katalīze</a:t>
              </a:r>
            </a:p>
          </p:txBody>
        </p:sp>
        <p:sp>
          <p:nvSpPr>
            <p:cNvPr id="4" name="_s1031">
              <a:extLst>
                <a:ext uri="{FF2B5EF4-FFF2-40B4-BE49-F238E27FC236}">
                  <a16:creationId xmlns:a16="http://schemas.microsoft.com/office/drawing/2014/main" id="{84C162D8-E745-4A4D-8CEF-C51DAD41C377}"/>
                </a:ext>
              </a:extLst>
            </p:cNvPr>
            <p:cNvSpPr>
              <a:spLocks noChangeArrowheads="1"/>
            </p:cNvSpPr>
            <p:nvPr/>
          </p:nvSpPr>
          <p:spPr bwMode="auto">
            <a:xfrm>
              <a:off x="272" y="1431"/>
              <a:ext cx="864" cy="288"/>
            </a:xfrm>
            <a:prstGeom prst="roundRect">
              <a:avLst>
                <a:gd name="adj" fmla="val 16667"/>
              </a:avLst>
            </a:prstGeom>
            <a:solidFill>
              <a:srgbClr val="FFFF66"/>
            </a:solidFill>
            <a:ln w="9525">
              <a:solidFill>
                <a:schemeClr val="tx1"/>
              </a:solidFill>
              <a:round/>
              <a:headEnd/>
              <a:tailEnd/>
            </a:ln>
          </p:spPr>
          <p:txBody>
            <a:bodyPr vert="horz" wrap="none" lIns="0" tIns="0" rIns="0" bIns="0" numCol="1" anchor="ctr" anchorCtr="0" compatLnSpc="1">
              <a:prstTxWarp prst="textNoShape">
                <a:avLst/>
              </a:prstTxWarp>
            </a:bodyPr>
            <a:lstStyle/>
            <a:p>
              <a:pPr algn="ctr" eaLnBrk="1" hangingPunct="1"/>
              <a:r>
                <a:rPr lang="lv-LV" altLang="en-US" sz="2800" b="1">
                  <a:solidFill>
                    <a:srgbClr val="CC0000"/>
                  </a:solidFill>
                </a:rPr>
                <a:t>Homogēnā – </a:t>
              </a:r>
            </a:p>
            <a:p>
              <a:pPr algn="ctr" eaLnBrk="1" hangingPunct="1"/>
              <a:r>
                <a:rPr lang="lv-LV" altLang="en-US" sz="2400"/>
                <a:t>katalizators un reakcijā </a:t>
              </a:r>
            </a:p>
            <a:p>
              <a:pPr algn="ctr" eaLnBrk="1" hangingPunct="1"/>
              <a:r>
                <a:rPr lang="lv-LV" altLang="en-US" sz="2400"/>
                <a:t>katalizējamās vielas atrodas </a:t>
              </a:r>
            </a:p>
            <a:p>
              <a:pPr algn="ctr" eaLnBrk="1" hangingPunct="1"/>
              <a:r>
                <a:rPr lang="lv-LV" altLang="en-US" sz="2400"/>
                <a:t>vienā agregātstāvoklī</a:t>
              </a:r>
            </a:p>
          </p:txBody>
        </p:sp>
        <p:sp>
          <p:nvSpPr>
            <p:cNvPr id="5" name="_s1032">
              <a:extLst>
                <a:ext uri="{FF2B5EF4-FFF2-40B4-BE49-F238E27FC236}">
                  <a16:creationId xmlns:a16="http://schemas.microsoft.com/office/drawing/2014/main" id="{88006CEC-998E-4C6A-B97A-0CDF7AA0A272}"/>
                </a:ext>
              </a:extLst>
            </p:cNvPr>
            <p:cNvSpPr>
              <a:spLocks noChangeArrowheads="1"/>
            </p:cNvSpPr>
            <p:nvPr/>
          </p:nvSpPr>
          <p:spPr bwMode="auto">
            <a:xfrm>
              <a:off x="1280" y="1431"/>
              <a:ext cx="864" cy="288"/>
            </a:xfrm>
            <a:prstGeom prst="roundRect">
              <a:avLst>
                <a:gd name="adj" fmla="val 16667"/>
              </a:avLst>
            </a:prstGeom>
            <a:solidFill>
              <a:schemeClr val="accent1"/>
            </a:solidFill>
            <a:ln w="9525">
              <a:solidFill>
                <a:schemeClr val="tx1"/>
              </a:solidFill>
              <a:round/>
              <a:headEnd/>
              <a:tailEnd/>
            </a:ln>
          </p:spPr>
          <p:txBody>
            <a:bodyPr vert="horz" wrap="none" lIns="0" tIns="0" rIns="0" bIns="0" numCol="1" anchor="ctr" anchorCtr="0" compatLnSpc="1">
              <a:prstTxWarp prst="textNoShape">
                <a:avLst/>
              </a:prstTxWarp>
            </a:bodyPr>
            <a:lstStyle/>
            <a:p>
              <a:pPr algn="ctr" eaLnBrk="1" hangingPunct="1"/>
              <a:r>
                <a:rPr lang="lv-LV" altLang="en-US" sz="2800" b="1">
                  <a:solidFill>
                    <a:srgbClr val="CC0000"/>
                  </a:solidFill>
                </a:rPr>
                <a:t>Heterogēnā –</a:t>
              </a:r>
              <a:r>
                <a:rPr lang="lv-LV" altLang="en-US" sz="2400">
                  <a:solidFill>
                    <a:srgbClr val="CC0000"/>
                  </a:solidFill>
                </a:rPr>
                <a:t> </a:t>
              </a:r>
            </a:p>
            <a:p>
              <a:pPr algn="ctr" eaLnBrk="1" hangingPunct="1"/>
              <a:r>
                <a:rPr lang="lv-LV" altLang="en-US" sz="2400"/>
                <a:t>katalizators un reakcijā </a:t>
              </a:r>
            </a:p>
            <a:p>
              <a:pPr algn="ctr" eaLnBrk="1" hangingPunct="1"/>
              <a:r>
                <a:rPr lang="lv-LV" altLang="en-US" sz="2400"/>
                <a:t>katalizējamās vielas atrodas </a:t>
              </a:r>
            </a:p>
            <a:p>
              <a:pPr algn="ctr" eaLnBrk="1" hangingPunct="1"/>
              <a:r>
                <a:rPr lang="lv-LV" altLang="en-US" sz="2400"/>
                <a:t>dažādos agregātstāvokļos</a:t>
              </a:r>
            </a:p>
          </p:txBody>
        </p:sp>
      </p:grpSp>
      <p:graphicFrame>
        <p:nvGraphicFramePr>
          <p:cNvPr id="1034" name="Object 9">
            <a:extLst>
              <a:ext uri="{FF2B5EF4-FFF2-40B4-BE49-F238E27FC236}">
                <a16:creationId xmlns:a16="http://schemas.microsoft.com/office/drawing/2014/main" id="{D9335BE7-A7AF-40AA-BBCD-EC03D59C3534}"/>
              </a:ext>
            </a:extLst>
          </p:cNvPr>
          <p:cNvGraphicFramePr>
            <a:graphicFrameLocks noGrp="1" noChangeAspect="1"/>
          </p:cNvGraphicFramePr>
          <p:nvPr>
            <p:ph sz="quarter" idx="2"/>
          </p:nvPr>
        </p:nvGraphicFramePr>
        <p:xfrm>
          <a:off x="1773238" y="4797426"/>
          <a:ext cx="6337300" cy="1090613"/>
        </p:xfrm>
        <a:graphic>
          <a:graphicData uri="http://schemas.openxmlformats.org/presentationml/2006/ole">
            <mc:AlternateContent xmlns:mc="http://schemas.openxmlformats.org/markup-compatibility/2006">
              <mc:Choice xmlns:v="urn:schemas-microsoft-com:vml" Requires="v">
                <p:oleObj spid="_x0000_s1140" name="Vienādojums" r:id="rId3" imgW="2806700" imgH="482600" progId="Equation.3">
                  <p:embed/>
                </p:oleObj>
              </mc:Choice>
              <mc:Fallback>
                <p:oleObj name="Vienādojums" r:id="rId3" imgW="2806700" imgH="4826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3238" y="4797426"/>
                        <a:ext cx="6337300" cy="1090613"/>
                      </a:xfrm>
                      <a:prstGeom prst="rect">
                        <a:avLst/>
                      </a:prstGeom>
                      <a:solidFill>
                        <a:srgbClr val="FF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5" name="Object 10">
            <a:extLst>
              <a:ext uri="{FF2B5EF4-FFF2-40B4-BE49-F238E27FC236}">
                <a16:creationId xmlns:a16="http://schemas.microsoft.com/office/drawing/2014/main" id="{63B2FE1D-F6DC-4CEA-A1D1-EA60C9200A86}"/>
              </a:ext>
            </a:extLst>
          </p:cNvPr>
          <p:cNvGraphicFramePr>
            <a:graphicFrameLocks noGrp="1" noChangeAspect="1"/>
          </p:cNvGraphicFramePr>
          <p:nvPr>
            <p:ph sz="quarter" idx="3"/>
          </p:nvPr>
        </p:nvGraphicFramePr>
        <p:xfrm>
          <a:off x="5159376" y="6040438"/>
          <a:ext cx="5400675" cy="596900"/>
        </p:xfrm>
        <a:graphic>
          <a:graphicData uri="http://schemas.openxmlformats.org/presentationml/2006/ole">
            <mc:AlternateContent xmlns:mc="http://schemas.openxmlformats.org/markup-compatibility/2006">
              <mc:Choice xmlns:v="urn:schemas-microsoft-com:vml" Requires="v">
                <p:oleObj spid="_x0000_s1141" name="Equation" r:id="rId5" imgW="2070100" imgH="228600" progId="Equation.3">
                  <p:embed/>
                </p:oleObj>
              </mc:Choice>
              <mc:Fallback>
                <p:oleObj name="Equation" r:id="rId5" imgW="2070100" imgH="2286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59376" y="6040438"/>
                        <a:ext cx="5400675" cy="596900"/>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Line 22">
            <a:extLst>
              <a:ext uri="{FF2B5EF4-FFF2-40B4-BE49-F238E27FC236}">
                <a16:creationId xmlns:a16="http://schemas.microsoft.com/office/drawing/2014/main" id="{83BEEAB1-BC1D-40DC-BCE4-ADD4CCEDE7FB}"/>
              </a:ext>
            </a:extLst>
          </p:cNvPr>
          <p:cNvSpPr>
            <a:spLocks noChangeShapeType="1"/>
          </p:cNvSpPr>
          <p:nvPr/>
        </p:nvSpPr>
        <p:spPr bwMode="auto">
          <a:xfrm flipH="1">
            <a:off x="7645400" y="1181100"/>
            <a:ext cx="139700" cy="15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5059" name="Group 3">
            <a:extLst>
              <a:ext uri="{FF2B5EF4-FFF2-40B4-BE49-F238E27FC236}">
                <a16:creationId xmlns:a16="http://schemas.microsoft.com/office/drawing/2014/main" id="{01D947B1-167B-43F2-A411-1AEF5726653C}"/>
              </a:ext>
            </a:extLst>
          </p:cNvPr>
          <p:cNvGrpSpPr>
            <a:grpSpLocks/>
          </p:cNvGrpSpPr>
          <p:nvPr/>
        </p:nvGrpSpPr>
        <p:grpSpPr bwMode="auto">
          <a:xfrm>
            <a:off x="3704431" y="943893"/>
            <a:ext cx="4783137" cy="396875"/>
            <a:chOff x="2267744" y="1015901"/>
            <a:chExt cx="4784722" cy="396875"/>
          </a:xfrm>
        </p:grpSpPr>
        <p:sp>
          <p:nvSpPr>
            <p:cNvPr id="45063" name="Rectangle 23">
              <a:extLst>
                <a:ext uri="{FF2B5EF4-FFF2-40B4-BE49-F238E27FC236}">
                  <a16:creationId xmlns:a16="http://schemas.microsoft.com/office/drawing/2014/main" id="{0C2785DE-65D4-46F5-9299-A854B43B3249}"/>
                </a:ext>
              </a:extLst>
            </p:cNvPr>
            <p:cNvSpPr>
              <a:spLocks noChangeArrowheads="1"/>
            </p:cNvSpPr>
            <p:nvPr/>
          </p:nvSpPr>
          <p:spPr bwMode="auto">
            <a:xfrm>
              <a:off x="6121400" y="1168400"/>
              <a:ext cx="152400"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lv-LV" altLang="lv-LV" sz="1800"/>
            </a:p>
          </p:txBody>
        </p:sp>
        <p:grpSp>
          <p:nvGrpSpPr>
            <p:cNvPr id="45064" name="Group 2">
              <a:extLst>
                <a:ext uri="{FF2B5EF4-FFF2-40B4-BE49-F238E27FC236}">
                  <a16:creationId xmlns:a16="http://schemas.microsoft.com/office/drawing/2014/main" id="{3686650B-89FA-48B6-AC89-48B948BD5AE3}"/>
                </a:ext>
              </a:extLst>
            </p:cNvPr>
            <p:cNvGrpSpPr>
              <a:grpSpLocks/>
            </p:cNvGrpSpPr>
            <p:nvPr/>
          </p:nvGrpSpPr>
          <p:grpSpPr bwMode="auto">
            <a:xfrm>
              <a:off x="2267744" y="1015901"/>
              <a:ext cx="4784722" cy="396875"/>
              <a:chOff x="2305053" y="908720"/>
              <a:chExt cx="4784722" cy="396875"/>
            </a:xfrm>
          </p:grpSpPr>
          <p:grpSp>
            <p:nvGrpSpPr>
              <p:cNvPr id="45065" name="Group 17">
                <a:extLst>
                  <a:ext uri="{FF2B5EF4-FFF2-40B4-BE49-F238E27FC236}">
                    <a16:creationId xmlns:a16="http://schemas.microsoft.com/office/drawing/2014/main" id="{C6ABA617-02E1-45BE-A049-5AC86E60977D}"/>
                  </a:ext>
                </a:extLst>
              </p:cNvPr>
              <p:cNvGrpSpPr>
                <a:grpSpLocks/>
              </p:cNvGrpSpPr>
              <p:nvPr/>
            </p:nvGrpSpPr>
            <p:grpSpPr bwMode="auto">
              <a:xfrm>
                <a:off x="2771800" y="1048544"/>
                <a:ext cx="152400" cy="76200"/>
                <a:chOff x="1736" y="624"/>
                <a:chExt cx="96" cy="48"/>
              </a:xfrm>
            </p:grpSpPr>
            <p:sp>
              <p:nvSpPr>
                <p:cNvPr id="45107" name="Line 13">
                  <a:extLst>
                    <a:ext uri="{FF2B5EF4-FFF2-40B4-BE49-F238E27FC236}">
                      <a16:creationId xmlns:a16="http://schemas.microsoft.com/office/drawing/2014/main" id="{D3A54160-E4EA-4932-8EBB-0D063AADE13E}"/>
                    </a:ext>
                  </a:extLst>
                </p:cNvPr>
                <p:cNvSpPr>
                  <a:spLocks noChangeShapeType="1"/>
                </p:cNvSpPr>
                <p:nvPr/>
              </p:nvSpPr>
              <p:spPr bwMode="auto">
                <a:xfrm flipH="1">
                  <a:off x="1736" y="632"/>
                  <a:ext cx="88"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108" name="Rectangle 14">
                  <a:extLst>
                    <a:ext uri="{FF2B5EF4-FFF2-40B4-BE49-F238E27FC236}">
                      <a16:creationId xmlns:a16="http://schemas.microsoft.com/office/drawing/2014/main" id="{4219E837-7FB5-4F2D-AD01-8C8924FC4114}"/>
                    </a:ext>
                  </a:extLst>
                </p:cNvPr>
                <p:cNvSpPr>
                  <a:spLocks noChangeArrowheads="1"/>
                </p:cNvSpPr>
                <p:nvPr/>
              </p:nvSpPr>
              <p:spPr bwMode="auto">
                <a:xfrm>
                  <a:off x="1736" y="624"/>
                  <a:ext cx="96" cy="1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lv-LV" altLang="lv-LV" sz="1800"/>
                </a:p>
              </p:txBody>
            </p:sp>
            <p:sp>
              <p:nvSpPr>
                <p:cNvPr id="45109" name="Rectangle 15">
                  <a:extLst>
                    <a:ext uri="{FF2B5EF4-FFF2-40B4-BE49-F238E27FC236}">
                      <a16:creationId xmlns:a16="http://schemas.microsoft.com/office/drawing/2014/main" id="{35C0FD49-3CA4-46FA-9B90-CAA412F05A2A}"/>
                    </a:ext>
                  </a:extLst>
                </p:cNvPr>
                <p:cNvSpPr>
                  <a:spLocks noChangeArrowheads="1"/>
                </p:cNvSpPr>
                <p:nvPr/>
              </p:nvSpPr>
              <p:spPr bwMode="auto">
                <a:xfrm>
                  <a:off x="1736" y="656"/>
                  <a:ext cx="96" cy="1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lv-LV" altLang="lv-LV" sz="1800"/>
                </a:p>
              </p:txBody>
            </p:sp>
            <p:sp>
              <p:nvSpPr>
                <p:cNvPr id="45110" name="Line 16">
                  <a:extLst>
                    <a:ext uri="{FF2B5EF4-FFF2-40B4-BE49-F238E27FC236}">
                      <a16:creationId xmlns:a16="http://schemas.microsoft.com/office/drawing/2014/main" id="{BCB98D84-9690-4BA7-BCC2-41321EA76025}"/>
                    </a:ext>
                  </a:extLst>
                </p:cNvPr>
                <p:cNvSpPr>
                  <a:spLocks noChangeShapeType="1"/>
                </p:cNvSpPr>
                <p:nvPr/>
              </p:nvSpPr>
              <p:spPr bwMode="auto">
                <a:xfrm flipH="1">
                  <a:off x="1736" y="664"/>
                  <a:ext cx="88"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5066" name="Group 1">
                <a:extLst>
                  <a:ext uri="{FF2B5EF4-FFF2-40B4-BE49-F238E27FC236}">
                    <a16:creationId xmlns:a16="http://schemas.microsoft.com/office/drawing/2014/main" id="{AB1A39F4-F093-4F6D-98BA-F9A627C2E1BC}"/>
                  </a:ext>
                </a:extLst>
              </p:cNvPr>
              <p:cNvGrpSpPr>
                <a:grpSpLocks/>
              </p:cNvGrpSpPr>
              <p:nvPr/>
            </p:nvGrpSpPr>
            <p:grpSpPr bwMode="auto">
              <a:xfrm>
                <a:off x="2305053" y="908720"/>
                <a:ext cx="4784722" cy="396875"/>
                <a:chOff x="2305053" y="1073150"/>
                <a:chExt cx="4784722" cy="396875"/>
              </a:xfrm>
            </p:grpSpPr>
            <p:grpSp>
              <p:nvGrpSpPr>
                <p:cNvPr id="45067" name="Group 21">
                  <a:extLst>
                    <a:ext uri="{FF2B5EF4-FFF2-40B4-BE49-F238E27FC236}">
                      <a16:creationId xmlns:a16="http://schemas.microsoft.com/office/drawing/2014/main" id="{92FCDD1B-ABF1-4669-B2DC-D202D228F2C8}"/>
                    </a:ext>
                  </a:extLst>
                </p:cNvPr>
                <p:cNvGrpSpPr>
                  <a:grpSpLocks/>
                </p:cNvGrpSpPr>
                <p:nvPr/>
              </p:nvGrpSpPr>
              <p:grpSpPr bwMode="auto">
                <a:xfrm>
                  <a:off x="4851400" y="1117600"/>
                  <a:ext cx="698500" cy="114300"/>
                  <a:chOff x="3056" y="608"/>
                  <a:chExt cx="440" cy="72"/>
                </a:xfrm>
              </p:grpSpPr>
              <p:sp>
                <p:nvSpPr>
                  <p:cNvPr id="45104" name="Freeform 18">
                    <a:extLst>
                      <a:ext uri="{FF2B5EF4-FFF2-40B4-BE49-F238E27FC236}">
                        <a16:creationId xmlns:a16="http://schemas.microsoft.com/office/drawing/2014/main" id="{664A105D-0695-4FCF-8B69-CAC4ED4AE173}"/>
                      </a:ext>
                    </a:extLst>
                  </p:cNvPr>
                  <p:cNvSpPr>
                    <a:spLocks/>
                  </p:cNvSpPr>
                  <p:nvPr/>
                </p:nvSpPr>
                <p:spPr bwMode="auto">
                  <a:xfrm>
                    <a:off x="3360" y="608"/>
                    <a:ext cx="136" cy="72"/>
                  </a:xfrm>
                  <a:custGeom>
                    <a:avLst/>
                    <a:gdLst>
                      <a:gd name="T0" fmla="*/ 136 w 136"/>
                      <a:gd name="T1" fmla="*/ 40 h 72"/>
                      <a:gd name="T2" fmla="*/ 0 w 136"/>
                      <a:gd name="T3" fmla="*/ 72 h 72"/>
                      <a:gd name="T4" fmla="*/ 16 w 136"/>
                      <a:gd name="T5" fmla="*/ 40 h 72"/>
                      <a:gd name="T6" fmla="*/ 0 w 136"/>
                      <a:gd name="T7" fmla="*/ 0 h 72"/>
                      <a:gd name="T8" fmla="*/ 136 w 136"/>
                      <a:gd name="T9" fmla="*/ 40 h 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 h="72">
                        <a:moveTo>
                          <a:pt x="136" y="40"/>
                        </a:moveTo>
                        <a:lnTo>
                          <a:pt x="0" y="72"/>
                        </a:lnTo>
                        <a:lnTo>
                          <a:pt x="16" y="40"/>
                        </a:lnTo>
                        <a:lnTo>
                          <a:pt x="0" y="0"/>
                        </a:lnTo>
                        <a:lnTo>
                          <a:pt x="136"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05" name="Rectangle 19">
                    <a:extLst>
                      <a:ext uri="{FF2B5EF4-FFF2-40B4-BE49-F238E27FC236}">
                        <a16:creationId xmlns:a16="http://schemas.microsoft.com/office/drawing/2014/main" id="{16FEDB46-B224-4B02-85E7-474CDADC534C}"/>
                      </a:ext>
                    </a:extLst>
                  </p:cNvPr>
                  <p:cNvSpPr>
                    <a:spLocks noChangeArrowheads="1"/>
                  </p:cNvSpPr>
                  <p:nvPr/>
                </p:nvSpPr>
                <p:spPr bwMode="auto">
                  <a:xfrm>
                    <a:off x="3056" y="640"/>
                    <a:ext cx="320" cy="1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lv-LV" altLang="lv-LV" sz="2000"/>
                  </a:p>
                </p:txBody>
              </p:sp>
              <p:sp>
                <p:nvSpPr>
                  <p:cNvPr id="45106" name="Line 20">
                    <a:extLst>
                      <a:ext uri="{FF2B5EF4-FFF2-40B4-BE49-F238E27FC236}">
                        <a16:creationId xmlns:a16="http://schemas.microsoft.com/office/drawing/2014/main" id="{DC993033-0667-4AF2-88CF-89F079E5A539}"/>
                      </a:ext>
                    </a:extLst>
                  </p:cNvPr>
                  <p:cNvSpPr>
                    <a:spLocks noChangeShapeType="1"/>
                  </p:cNvSpPr>
                  <p:nvPr/>
                </p:nvSpPr>
                <p:spPr bwMode="auto">
                  <a:xfrm flipH="1">
                    <a:off x="3064" y="648"/>
                    <a:ext cx="304"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5068" name="Group 27">
                  <a:extLst>
                    <a:ext uri="{FF2B5EF4-FFF2-40B4-BE49-F238E27FC236}">
                      <a16:creationId xmlns:a16="http://schemas.microsoft.com/office/drawing/2014/main" id="{9BDA0BEE-EE60-40D7-B39D-8E68A5781F8D}"/>
                    </a:ext>
                  </a:extLst>
                </p:cNvPr>
                <p:cNvGrpSpPr>
                  <a:grpSpLocks/>
                </p:cNvGrpSpPr>
                <p:nvPr/>
              </p:nvGrpSpPr>
              <p:grpSpPr bwMode="auto">
                <a:xfrm>
                  <a:off x="2305053" y="1073150"/>
                  <a:ext cx="452438" cy="396875"/>
                  <a:chOff x="1452" y="580"/>
                  <a:chExt cx="285" cy="250"/>
                </a:xfrm>
              </p:grpSpPr>
              <p:sp>
                <p:nvSpPr>
                  <p:cNvPr id="45101" name="Rectangle 24">
                    <a:extLst>
                      <a:ext uri="{FF2B5EF4-FFF2-40B4-BE49-F238E27FC236}">
                        <a16:creationId xmlns:a16="http://schemas.microsoft.com/office/drawing/2014/main" id="{1E3492E7-F2B1-4604-BE31-3A64FFA2A07E}"/>
                      </a:ext>
                    </a:extLst>
                  </p:cNvPr>
                  <p:cNvSpPr>
                    <a:spLocks noChangeArrowheads="1"/>
                  </p:cNvSpPr>
                  <p:nvPr/>
                </p:nvSpPr>
                <p:spPr bwMode="auto">
                  <a:xfrm>
                    <a:off x="1452" y="580"/>
                    <a:ext cx="1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H</a:t>
                    </a:r>
                  </a:p>
                </p:txBody>
              </p:sp>
              <p:sp>
                <p:nvSpPr>
                  <p:cNvPr id="45102" name="Rectangle 25">
                    <a:extLst>
                      <a:ext uri="{FF2B5EF4-FFF2-40B4-BE49-F238E27FC236}">
                        <a16:creationId xmlns:a16="http://schemas.microsoft.com/office/drawing/2014/main" id="{2BE230AE-8E44-4CEA-B956-439251726224}"/>
                      </a:ext>
                    </a:extLst>
                  </p:cNvPr>
                  <p:cNvSpPr>
                    <a:spLocks noChangeArrowheads="1"/>
                  </p:cNvSpPr>
                  <p:nvPr/>
                </p:nvSpPr>
                <p:spPr bwMode="auto">
                  <a:xfrm>
                    <a:off x="1556" y="636"/>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b="1"/>
                      <a:t>2</a:t>
                    </a:r>
                    <a:endParaRPr lang="en-US" altLang="en-US" sz="2000"/>
                  </a:p>
                </p:txBody>
              </p:sp>
              <p:sp>
                <p:nvSpPr>
                  <p:cNvPr id="45103" name="Rectangle 26">
                    <a:extLst>
                      <a:ext uri="{FF2B5EF4-FFF2-40B4-BE49-F238E27FC236}">
                        <a16:creationId xmlns:a16="http://schemas.microsoft.com/office/drawing/2014/main" id="{4B60315A-CAE0-452B-B5A3-7B4A1946E7DF}"/>
                      </a:ext>
                    </a:extLst>
                  </p:cNvPr>
                  <p:cNvSpPr>
                    <a:spLocks noChangeArrowheads="1"/>
                  </p:cNvSpPr>
                  <p:nvPr/>
                </p:nvSpPr>
                <p:spPr bwMode="auto">
                  <a:xfrm>
                    <a:off x="1620" y="580"/>
                    <a:ext cx="1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C</a:t>
                    </a:r>
                  </a:p>
                </p:txBody>
              </p:sp>
            </p:grpSp>
            <p:grpSp>
              <p:nvGrpSpPr>
                <p:cNvPr id="45069" name="Group 47">
                  <a:extLst>
                    <a:ext uri="{FF2B5EF4-FFF2-40B4-BE49-F238E27FC236}">
                      <a16:creationId xmlns:a16="http://schemas.microsoft.com/office/drawing/2014/main" id="{1ECE4B56-0B5F-427C-A0CB-0183AE699F15}"/>
                    </a:ext>
                  </a:extLst>
                </p:cNvPr>
                <p:cNvGrpSpPr>
                  <a:grpSpLocks/>
                </p:cNvGrpSpPr>
                <p:nvPr/>
              </p:nvGrpSpPr>
              <p:grpSpPr bwMode="auto">
                <a:xfrm>
                  <a:off x="2952750" y="1073150"/>
                  <a:ext cx="1825625" cy="396875"/>
                  <a:chOff x="1860" y="580"/>
                  <a:chExt cx="1150" cy="250"/>
                </a:xfrm>
              </p:grpSpPr>
              <p:sp>
                <p:nvSpPr>
                  <p:cNvPr id="45082" name="Rectangle 28">
                    <a:extLst>
                      <a:ext uri="{FF2B5EF4-FFF2-40B4-BE49-F238E27FC236}">
                        <a16:creationId xmlns:a16="http://schemas.microsoft.com/office/drawing/2014/main" id="{D532139A-A1DC-43C0-94FE-F194271CBBB3}"/>
                      </a:ext>
                    </a:extLst>
                  </p:cNvPr>
                  <p:cNvSpPr>
                    <a:spLocks noChangeArrowheads="1"/>
                  </p:cNvSpPr>
                  <p:nvPr/>
                </p:nvSpPr>
                <p:spPr bwMode="auto">
                  <a:xfrm>
                    <a:off x="1860" y="580"/>
                    <a:ext cx="1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C</a:t>
                    </a:r>
                  </a:p>
                </p:txBody>
              </p:sp>
              <p:sp>
                <p:nvSpPr>
                  <p:cNvPr id="45083" name="Rectangle 29">
                    <a:extLst>
                      <a:ext uri="{FF2B5EF4-FFF2-40B4-BE49-F238E27FC236}">
                        <a16:creationId xmlns:a16="http://schemas.microsoft.com/office/drawing/2014/main" id="{F8581F40-DA24-446C-8284-EAD081B16397}"/>
                      </a:ext>
                    </a:extLst>
                  </p:cNvPr>
                  <p:cNvSpPr>
                    <a:spLocks noChangeArrowheads="1"/>
                  </p:cNvSpPr>
                  <p:nvPr/>
                </p:nvSpPr>
                <p:spPr bwMode="auto">
                  <a:xfrm>
                    <a:off x="1963" y="580"/>
                    <a:ext cx="1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H</a:t>
                    </a:r>
                  </a:p>
                </p:txBody>
              </p:sp>
              <p:sp>
                <p:nvSpPr>
                  <p:cNvPr id="45084" name="Rectangle 30">
                    <a:extLst>
                      <a:ext uri="{FF2B5EF4-FFF2-40B4-BE49-F238E27FC236}">
                        <a16:creationId xmlns:a16="http://schemas.microsoft.com/office/drawing/2014/main" id="{7231E3BF-2C6E-4FFD-8CC4-52D9E940F0FD}"/>
                      </a:ext>
                    </a:extLst>
                  </p:cNvPr>
                  <p:cNvSpPr>
                    <a:spLocks noChangeArrowheads="1"/>
                  </p:cNvSpPr>
                  <p:nvPr/>
                </p:nvSpPr>
                <p:spPr bwMode="auto">
                  <a:xfrm>
                    <a:off x="2068" y="636"/>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b="1"/>
                      <a:t>2</a:t>
                    </a:r>
                    <a:endParaRPr lang="en-US" altLang="en-US" sz="2000"/>
                  </a:p>
                </p:txBody>
              </p:sp>
              <p:sp>
                <p:nvSpPr>
                  <p:cNvPr id="45085" name="Rectangle 31">
                    <a:extLst>
                      <a:ext uri="{FF2B5EF4-FFF2-40B4-BE49-F238E27FC236}">
                        <a16:creationId xmlns:a16="http://schemas.microsoft.com/office/drawing/2014/main" id="{6CEBF25D-1614-4687-9C84-E30CECB89385}"/>
                      </a:ext>
                    </a:extLst>
                  </p:cNvPr>
                  <p:cNvSpPr>
                    <a:spLocks noChangeArrowheads="1"/>
                  </p:cNvSpPr>
                  <p:nvPr/>
                </p:nvSpPr>
                <p:spPr bwMode="auto">
                  <a:xfrm>
                    <a:off x="2132" y="580"/>
                    <a:ext cx="4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 </a:t>
                    </a:r>
                  </a:p>
                </p:txBody>
              </p:sp>
              <p:sp>
                <p:nvSpPr>
                  <p:cNvPr id="45086" name="Rectangle 32">
                    <a:extLst>
                      <a:ext uri="{FF2B5EF4-FFF2-40B4-BE49-F238E27FC236}">
                        <a16:creationId xmlns:a16="http://schemas.microsoft.com/office/drawing/2014/main" id="{93A058A7-4E7A-4F3C-8DAF-662483AE6EE2}"/>
                      </a:ext>
                    </a:extLst>
                  </p:cNvPr>
                  <p:cNvSpPr>
                    <a:spLocks noChangeArrowheads="1"/>
                  </p:cNvSpPr>
                  <p:nvPr/>
                </p:nvSpPr>
                <p:spPr bwMode="auto">
                  <a:xfrm>
                    <a:off x="2172" y="580"/>
                    <a:ext cx="4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 </a:t>
                    </a:r>
                  </a:p>
                </p:txBody>
              </p:sp>
              <p:sp>
                <p:nvSpPr>
                  <p:cNvPr id="45087" name="Rectangle 33">
                    <a:extLst>
                      <a:ext uri="{FF2B5EF4-FFF2-40B4-BE49-F238E27FC236}">
                        <a16:creationId xmlns:a16="http://schemas.microsoft.com/office/drawing/2014/main" id="{CBFBB6BC-E027-4FD0-BB9D-FF3C44652B61}"/>
                      </a:ext>
                    </a:extLst>
                  </p:cNvPr>
                  <p:cNvSpPr>
                    <a:spLocks noChangeArrowheads="1"/>
                  </p:cNvSpPr>
                  <p:nvPr/>
                </p:nvSpPr>
                <p:spPr bwMode="auto">
                  <a:xfrm>
                    <a:off x="2212" y="580"/>
                    <a:ext cx="5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a:t>
                    </a:r>
                  </a:p>
                </p:txBody>
              </p:sp>
              <p:sp>
                <p:nvSpPr>
                  <p:cNvPr id="45088" name="Rectangle 34">
                    <a:extLst>
                      <a:ext uri="{FF2B5EF4-FFF2-40B4-BE49-F238E27FC236}">
                        <a16:creationId xmlns:a16="http://schemas.microsoft.com/office/drawing/2014/main" id="{83ECC3E0-9FD3-4D3D-AEC0-CCC3364C5866}"/>
                      </a:ext>
                    </a:extLst>
                  </p:cNvPr>
                  <p:cNvSpPr>
                    <a:spLocks noChangeArrowheads="1"/>
                  </p:cNvSpPr>
                  <p:nvPr/>
                </p:nvSpPr>
                <p:spPr bwMode="auto">
                  <a:xfrm>
                    <a:off x="2260" y="596"/>
                    <a:ext cx="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i="1">
                        <a:latin typeface="Times" panose="02020603050405020304" pitchFamily="18" charset="0"/>
                      </a:rPr>
                      <a:t>g</a:t>
                    </a:r>
                    <a:endParaRPr lang="en-US" altLang="en-US" sz="2000"/>
                  </a:p>
                </p:txBody>
              </p:sp>
              <p:sp>
                <p:nvSpPr>
                  <p:cNvPr id="45089" name="Rectangle 35">
                    <a:extLst>
                      <a:ext uri="{FF2B5EF4-FFF2-40B4-BE49-F238E27FC236}">
                        <a16:creationId xmlns:a16="http://schemas.microsoft.com/office/drawing/2014/main" id="{EF37DFBF-E761-4406-9D4B-64041243EDD3}"/>
                      </a:ext>
                    </a:extLst>
                  </p:cNvPr>
                  <p:cNvSpPr>
                    <a:spLocks noChangeArrowheads="1"/>
                  </p:cNvSpPr>
                  <p:nvPr/>
                </p:nvSpPr>
                <p:spPr bwMode="auto">
                  <a:xfrm>
                    <a:off x="2332" y="580"/>
                    <a:ext cx="5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a:t>
                    </a:r>
                  </a:p>
                </p:txBody>
              </p:sp>
              <p:sp>
                <p:nvSpPr>
                  <p:cNvPr id="45090" name="Rectangle 36">
                    <a:extLst>
                      <a:ext uri="{FF2B5EF4-FFF2-40B4-BE49-F238E27FC236}">
                        <a16:creationId xmlns:a16="http://schemas.microsoft.com/office/drawing/2014/main" id="{A2E5821A-9B66-4C33-A6F4-713B77DF0609}"/>
                      </a:ext>
                    </a:extLst>
                  </p:cNvPr>
                  <p:cNvSpPr>
                    <a:spLocks noChangeArrowheads="1"/>
                  </p:cNvSpPr>
                  <p:nvPr/>
                </p:nvSpPr>
                <p:spPr bwMode="auto">
                  <a:xfrm>
                    <a:off x="2379" y="580"/>
                    <a:ext cx="4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 </a:t>
                    </a:r>
                  </a:p>
                </p:txBody>
              </p:sp>
              <p:sp>
                <p:nvSpPr>
                  <p:cNvPr id="45091" name="Rectangle 37">
                    <a:extLst>
                      <a:ext uri="{FF2B5EF4-FFF2-40B4-BE49-F238E27FC236}">
                        <a16:creationId xmlns:a16="http://schemas.microsoft.com/office/drawing/2014/main" id="{697B9AEF-87B0-47C6-81C6-63149607EC02}"/>
                      </a:ext>
                    </a:extLst>
                  </p:cNvPr>
                  <p:cNvSpPr>
                    <a:spLocks noChangeArrowheads="1"/>
                  </p:cNvSpPr>
                  <p:nvPr/>
                </p:nvSpPr>
                <p:spPr bwMode="auto">
                  <a:xfrm>
                    <a:off x="2419" y="580"/>
                    <a:ext cx="4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 </a:t>
                    </a:r>
                  </a:p>
                </p:txBody>
              </p:sp>
              <p:sp>
                <p:nvSpPr>
                  <p:cNvPr id="45092" name="Rectangle 38">
                    <a:extLst>
                      <a:ext uri="{FF2B5EF4-FFF2-40B4-BE49-F238E27FC236}">
                        <a16:creationId xmlns:a16="http://schemas.microsoft.com/office/drawing/2014/main" id="{CFBD9164-FEC8-4603-B11E-36A0A0049FE1}"/>
                      </a:ext>
                    </a:extLst>
                  </p:cNvPr>
                  <p:cNvSpPr>
                    <a:spLocks noChangeArrowheads="1"/>
                  </p:cNvSpPr>
                  <p:nvPr/>
                </p:nvSpPr>
                <p:spPr bwMode="auto">
                  <a:xfrm>
                    <a:off x="2459" y="580"/>
                    <a:ext cx="9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a:t>
                    </a:r>
                  </a:p>
                </p:txBody>
              </p:sp>
              <p:sp>
                <p:nvSpPr>
                  <p:cNvPr id="45093" name="Rectangle 39">
                    <a:extLst>
                      <a:ext uri="{FF2B5EF4-FFF2-40B4-BE49-F238E27FC236}">
                        <a16:creationId xmlns:a16="http://schemas.microsoft.com/office/drawing/2014/main" id="{418EF4FE-7B6E-4CAF-B436-2405B7DF4F49}"/>
                      </a:ext>
                    </a:extLst>
                  </p:cNvPr>
                  <p:cNvSpPr>
                    <a:spLocks noChangeArrowheads="1"/>
                  </p:cNvSpPr>
                  <p:nvPr/>
                </p:nvSpPr>
                <p:spPr bwMode="auto">
                  <a:xfrm>
                    <a:off x="2544" y="580"/>
                    <a:ext cx="4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 </a:t>
                    </a:r>
                  </a:p>
                </p:txBody>
              </p:sp>
              <p:sp>
                <p:nvSpPr>
                  <p:cNvPr id="45094" name="Rectangle 40">
                    <a:extLst>
                      <a:ext uri="{FF2B5EF4-FFF2-40B4-BE49-F238E27FC236}">
                        <a16:creationId xmlns:a16="http://schemas.microsoft.com/office/drawing/2014/main" id="{2DD497EF-5389-46CB-AC99-277342951142}"/>
                      </a:ext>
                    </a:extLst>
                  </p:cNvPr>
                  <p:cNvSpPr>
                    <a:spLocks noChangeArrowheads="1"/>
                  </p:cNvSpPr>
                  <p:nvPr/>
                </p:nvSpPr>
                <p:spPr bwMode="auto">
                  <a:xfrm>
                    <a:off x="2584" y="580"/>
                    <a:ext cx="4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 </a:t>
                    </a:r>
                  </a:p>
                </p:txBody>
              </p:sp>
              <p:sp>
                <p:nvSpPr>
                  <p:cNvPr id="45095" name="Rectangle 41">
                    <a:extLst>
                      <a:ext uri="{FF2B5EF4-FFF2-40B4-BE49-F238E27FC236}">
                        <a16:creationId xmlns:a16="http://schemas.microsoft.com/office/drawing/2014/main" id="{791A46E9-0A12-4688-A586-8109C54EFAF1}"/>
                      </a:ext>
                    </a:extLst>
                  </p:cNvPr>
                  <p:cNvSpPr>
                    <a:spLocks noChangeArrowheads="1"/>
                  </p:cNvSpPr>
                  <p:nvPr/>
                </p:nvSpPr>
                <p:spPr bwMode="auto">
                  <a:xfrm>
                    <a:off x="2624" y="580"/>
                    <a:ext cx="1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H</a:t>
                    </a:r>
                  </a:p>
                </p:txBody>
              </p:sp>
              <p:sp>
                <p:nvSpPr>
                  <p:cNvPr id="45096" name="Rectangle 42">
                    <a:extLst>
                      <a:ext uri="{FF2B5EF4-FFF2-40B4-BE49-F238E27FC236}">
                        <a16:creationId xmlns:a16="http://schemas.microsoft.com/office/drawing/2014/main" id="{95A90CA9-B180-4C1B-8AF5-3CE9CA77F480}"/>
                      </a:ext>
                    </a:extLst>
                  </p:cNvPr>
                  <p:cNvSpPr>
                    <a:spLocks noChangeArrowheads="1"/>
                  </p:cNvSpPr>
                  <p:nvPr/>
                </p:nvSpPr>
                <p:spPr bwMode="auto">
                  <a:xfrm>
                    <a:off x="2732" y="636"/>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b="1"/>
                      <a:t>2</a:t>
                    </a:r>
                    <a:endParaRPr lang="en-US" altLang="en-US" sz="2000"/>
                  </a:p>
                </p:txBody>
              </p:sp>
              <p:sp>
                <p:nvSpPr>
                  <p:cNvPr id="45097" name="Rectangle 43">
                    <a:extLst>
                      <a:ext uri="{FF2B5EF4-FFF2-40B4-BE49-F238E27FC236}">
                        <a16:creationId xmlns:a16="http://schemas.microsoft.com/office/drawing/2014/main" id="{FE907C16-259E-4285-921B-0CFE6EAA3DFB}"/>
                      </a:ext>
                    </a:extLst>
                  </p:cNvPr>
                  <p:cNvSpPr>
                    <a:spLocks noChangeArrowheads="1"/>
                  </p:cNvSpPr>
                  <p:nvPr/>
                </p:nvSpPr>
                <p:spPr bwMode="auto">
                  <a:xfrm>
                    <a:off x="2796" y="580"/>
                    <a:ext cx="4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 </a:t>
                    </a:r>
                  </a:p>
                </p:txBody>
              </p:sp>
              <p:sp>
                <p:nvSpPr>
                  <p:cNvPr id="45098" name="Rectangle 44">
                    <a:extLst>
                      <a:ext uri="{FF2B5EF4-FFF2-40B4-BE49-F238E27FC236}">
                        <a16:creationId xmlns:a16="http://schemas.microsoft.com/office/drawing/2014/main" id="{15C150D1-DBC7-4221-89DA-970858980613}"/>
                      </a:ext>
                    </a:extLst>
                  </p:cNvPr>
                  <p:cNvSpPr>
                    <a:spLocks noChangeArrowheads="1"/>
                  </p:cNvSpPr>
                  <p:nvPr/>
                </p:nvSpPr>
                <p:spPr bwMode="auto">
                  <a:xfrm>
                    <a:off x="2836" y="580"/>
                    <a:ext cx="5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a:t>
                    </a:r>
                  </a:p>
                </p:txBody>
              </p:sp>
              <p:sp>
                <p:nvSpPr>
                  <p:cNvPr id="45099" name="Rectangle 45">
                    <a:extLst>
                      <a:ext uri="{FF2B5EF4-FFF2-40B4-BE49-F238E27FC236}">
                        <a16:creationId xmlns:a16="http://schemas.microsoft.com/office/drawing/2014/main" id="{86588425-A66D-43F8-ACA6-E79AB3E066CF}"/>
                      </a:ext>
                    </a:extLst>
                  </p:cNvPr>
                  <p:cNvSpPr>
                    <a:spLocks noChangeArrowheads="1"/>
                  </p:cNvSpPr>
                  <p:nvPr/>
                </p:nvSpPr>
                <p:spPr bwMode="auto">
                  <a:xfrm>
                    <a:off x="2884" y="596"/>
                    <a:ext cx="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i="1">
                        <a:latin typeface="Times" panose="02020603050405020304" pitchFamily="18" charset="0"/>
                      </a:rPr>
                      <a:t>g</a:t>
                    </a:r>
                    <a:endParaRPr lang="en-US" altLang="en-US" sz="2000"/>
                  </a:p>
                </p:txBody>
              </p:sp>
              <p:sp>
                <p:nvSpPr>
                  <p:cNvPr id="45100" name="Rectangle 46">
                    <a:extLst>
                      <a:ext uri="{FF2B5EF4-FFF2-40B4-BE49-F238E27FC236}">
                        <a16:creationId xmlns:a16="http://schemas.microsoft.com/office/drawing/2014/main" id="{7A1BE94F-FCA0-489E-87DB-39A2027C482D}"/>
                      </a:ext>
                    </a:extLst>
                  </p:cNvPr>
                  <p:cNvSpPr>
                    <a:spLocks noChangeArrowheads="1"/>
                  </p:cNvSpPr>
                  <p:nvPr/>
                </p:nvSpPr>
                <p:spPr bwMode="auto">
                  <a:xfrm>
                    <a:off x="2956" y="580"/>
                    <a:ext cx="5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a:t>
                    </a:r>
                  </a:p>
                </p:txBody>
              </p:sp>
            </p:grpSp>
            <p:grpSp>
              <p:nvGrpSpPr>
                <p:cNvPr id="45070" name="Group 51">
                  <a:extLst>
                    <a:ext uri="{FF2B5EF4-FFF2-40B4-BE49-F238E27FC236}">
                      <a16:creationId xmlns:a16="http://schemas.microsoft.com/office/drawing/2014/main" id="{B6B61568-77F7-4655-8D17-7DC879CAD07E}"/>
                    </a:ext>
                  </a:extLst>
                </p:cNvPr>
                <p:cNvGrpSpPr>
                  <a:grpSpLocks/>
                </p:cNvGrpSpPr>
                <p:nvPr/>
              </p:nvGrpSpPr>
              <p:grpSpPr bwMode="auto">
                <a:xfrm>
                  <a:off x="5670560" y="1073150"/>
                  <a:ext cx="546101" cy="396875"/>
                  <a:chOff x="3572" y="580"/>
                  <a:chExt cx="344" cy="250"/>
                </a:xfrm>
              </p:grpSpPr>
              <p:sp>
                <p:nvSpPr>
                  <p:cNvPr id="45079" name="Rectangle 48">
                    <a:extLst>
                      <a:ext uri="{FF2B5EF4-FFF2-40B4-BE49-F238E27FC236}">
                        <a16:creationId xmlns:a16="http://schemas.microsoft.com/office/drawing/2014/main" id="{2526B158-A68D-4E66-A884-B893946A3CFE}"/>
                      </a:ext>
                    </a:extLst>
                  </p:cNvPr>
                  <p:cNvSpPr>
                    <a:spLocks noChangeArrowheads="1"/>
                  </p:cNvSpPr>
                  <p:nvPr/>
                </p:nvSpPr>
                <p:spPr bwMode="auto">
                  <a:xfrm>
                    <a:off x="3572" y="580"/>
                    <a:ext cx="1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dirty="0"/>
                      <a:t>H</a:t>
                    </a:r>
                    <a:endParaRPr lang="en-US" altLang="en-US" sz="2000" b="1" dirty="0"/>
                  </a:p>
                </p:txBody>
              </p:sp>
              <p:sp>
                <p:nvSpPr>
                  <p:cNvPr id="45080" name="Rectangle 49">
                    <a:extLst>
                      <a:ext uri="{FF2B5EF4-FFF2-40B4-BE49-F238E27FC236}">
                        <a16:creationId xmlns:a16="http://schemas.microsoft.com/office/drawing/2014/main" id="{49C78C93-00CF-4D26-B4CF-57FD155903F1}"/>
                      </a:ext>
                    </a:extLst>
                  </p:cNvPr>
                  <p:cNvSpPr>
                    <a:spLocks noChangeArrowheads="1"/>
                  </p:cNvSpPr>
                  <p:nvPr/>
                </p:nvSpPr>
                <p:spPr bwMode="auto">
                  <a:xfrm>
                    <a:off x="3676" y="636"/>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b="1"/>
                      <a:t>3</a:t>
                    </a:r>
                    <a:endParaRPr lang="en-US" altLang="en-US" sz="2000"/>
                  </a:p>
                </p:txBody>
              </p:sp>
              <p:sp>
                <p:nvSpPr>
                  <p:cNvPr id="45081" name="Rectangle 50">
                    <a:extLst>
                      <a:ext uri="{FF2B5EF4-FFF2-40B4-BE49-F238E27FC236}">
                        <a16:creationId xmlns:a16="http://schemas.microsoft.com/office/drawing/2014/main" id="{7685BC84-1F58-4EA3-A59F-13D06D494DEF}"/>
                      </a:ext>
                    </a:extLst>
                  </p:cNvPr>
                  <p:cNvSpPr>
                    <a:spLocks noChangeArrowheads="1"/>
                  </p:cNvSpPr>
                  <p:nvPr/>
                </p:nvSpPr>
                <p:spPr bwMode="auto">
                  <a:xfrm>
                    <a:off x="3742" y="580"/>
                    <a:ext cx="17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C</a:t>
                    </a:r>
                  </a:p>
                </p:txBody>
              </p:sp>
            </p:grpSp>
            <p:grpSp>
              <p:nvGrpSpPr>
                <p:cNvPr id="45071" name="Group 59">
                  <a:extLst>
                    <a:ext uri="{FF2B5EF4-FFF2-40B4-BE49-F238E27FC236}">
                      <a16:creationId xmlns:a16="http://schemas.microsoft.com/office/drawing/2014/main" id="{664964B8-FE70-4334-91B1-181C33D6D0D2}"/>
                    </a:ext>
                  </a:extLst>
                </p:cNvPr>
                <p:cNvGrpSpPr>
                  <a:grpSpLocks/>
                </p:cNvGrpSpPr>
                <p:nvPr/>
              </p:nvGrpSpPr>
              <p:grpSpPr bwMode="auto">
                <a:xfrm>
                  <a:off x="6318250" y="1073150"/>
                  <a:ext cx="771525" cy="396875"/>
                  <a:chOff x="3980" y="580"/>
                  <a:chExt cx="486" cy="250"/>
                </a:xfrm>
              </p:grpSpPr>
              <p:sp>
                <p:nvSpPr>
                  <p:cNvPr id="45072" name="Rectangle 52">
                    <a:extLst>
                      <a:ext uri="{FF2B5EF4-FFF2-40B4-BE49-F238E27FC236}">
                        <a16:creationId xmlns:a16="http://schemas.microsoft.com/office/drawing/2014/main" id="{DA445672-EEBD-4792-9083-F0CCA441DBF1}"/>
                      </a:ext>
                    </a:extLst>
                  </p:cNvPr>
                  <p:cNvSpPr>
                    <a:spLocks noChangeArrowheads="1"/>
                  </p:cNvSpPr>
                  <p:nvPr/>
                </p:nvSpPr>
                <p:spPr bwMode="auto">
                  <a:xfrm>
                    <a:off x="3980" y="580"/>
                    <a:ext cx="1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C</a:t>
                    </a:r>
                  </a:p>
                </p:txBody>
              </p:sp>
              <p:sp>
                <p:nvSpPr>
                  <p:cNvPr id="45073" name="Rectangle 53">
                    <a:extLst>
                      <a:ext uri="{FF2B5EF4-FFF2-40B4-BE49-F238E27FC236}">
                        <a16:creationId xmlns:a16="http://schemas.microsoft.com/office/drawing/2014/main" id="{8B7EC255-A068-49A4-AB68-9E38A8A9E96A}"/>
                      </a:ext>
                    </a:extLst>
                  </p:cNvPr>
                  <p:cNvSpPr>
                    <a:spLocks noChangeArrowheads="1"/>
                  </p:cNvSpPr>
                  <p:nvPr/>
                </p:nvSpPr>
                <p:spPr bwMode="auto">
                  <a:xfrm>
                    <a:off x="4083" y="580"/>
                    <a:ext cx="1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H</a:t>
                    </a:r>
                  </a:p>
                </p:txBody>
              </p:sp>
              <p:sp>
                <p:nvSpPr>
                  <p:cNvPr id="45074" name="Rectangle 54">
                    <a:extLst>
                      <a:ext uri="{FF2B5EF4-FFF2-40B4-BE49-F238E27FC236}">
                        <a16:creationId xmlns:a16="http://schemas.microsoft.com/office/drawing/2014/main" id="{422F0ACA-9440-417E-AE39-284613108E84}"/>
                      </a:ext>
                    </a:extLst>
                  </p:cNvPr>
                  <p:cNvSpPr>
                    <a:spLocks noChangeArrowheads="1"/>
                  </p:cNvSpPr>
                  <p:nvPr/>
                </p:nvSpPr>
                <p:spPr bwMode="auto">
                  <a:xfrm>
                    <a:off x="4188" y="636"/>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b="1"/>
                      <a:t>3</a:t>
                    </a:r>
                    <a:endParaRPr lang="en-US" altLang="en-US" sz="2000"/>
                  </a:p>
                </p:txBody>
              </p:sp>
              <p:sp>
                <p:nvSpPr>
                  <p:cNvPr id="45075" name="Rectangle 55">
                    <a:extLst>
                      <a:ext uri="{FF2B5EF4-FFF2-40B4-BE49-F238E27FC236}">
                        <a16:creationId xmlns:a16="http://schemas.microsoft.com/office/drawing/2014/main" id="{F384FEF9-DB18-4FEE-85B1-E428D5215364}"/>
                      </a:ext>
                    </a:extLst>
                  </p:cNvPr>
                  <p:cNvSpPr>
                    <a:spLocks noChangeArrowheads="1"/>
                  </p:cNvSpPr>
                  <p:nvPr/>
                </p:nvSpPr>
                <p:spPr bwMode="auto">
                  <a:xfrm>
                    <a:off x="4252" y="580"/>
                    <a:ext cx="4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 </a:t>
                    </a:r>
                  </a:p>
                </p:txBody>
              </p:sp>
              <p:sp>
                <p:nvSpPr>
                  <p:cNvPr id="45076" name="Rectangle 56">
                    <a:extLst>
                      <a:ext uri="{FF2B5EF4-FFF2-40B4-BE49-F238E27FC236}">
                        <a16:creationId xmlns:a16="http://schemas.microsoft.com/office/drawing/2014/main" id="{63D3BF54-2B8F-424A-B191-7D7D5B3884A3}"/>
                      </a:ext>
                    </a:extLst>
                  </p:cNvPr>
                  <p:cNvSpPr>
                    <a:spLocks noChangeArrowheads="1"/>
                  </p:cNvSpPr>
                  <p:nvPr/>
                </p:nvSpPr>
                <p:spPr bwMode="auto">
                  <a:xfrm>
                    <a:off x="4292" y="580"/>
                    <a:ext cx="5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a:t>
                    </a:r>
                  </a:p>
                </p:txBody>
              </p:sp>
              <p:sp>
                <p:nvSpPr>
                  <p:cNvPr id="45077" name="Rectangle 57">
                    <a:extLst>
                      <a:ext uri="{FF2B5EF4-FFF2-40B4-BE49-F238E27FC236}">
                        <a16:creationId xmlns:a16="http://schemas.microsoft.com/office/drawing/2014/main" id="{4E577C58-FAB7-453D-A791-293007382899}"/>
                      </a:ext>
                    </a:extLst>
                  </p:cNvPr>
                  <p:cNvSpPr>
                    <a:spLocks noChangeArrowheads="1"/>
                  </p:cNvSpPr>
                  <p:nvPr/>
                </p:nvSpPr>
                <p:spPr bwMode="auto">
                  <a:xfrm>
                    <a:off x="4340" y="596"/>
                    <a:ext cx="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i="1">
                        <a:latin typeface="Times" panose="02020603050405020304" pitchFamily="18" charset="0"/>
                      </a:rPr>
                      <a:t>g</a:t>
                    </a:r>
                    <a:endParaRPr lang="en-US" altLang="en-US" sz="2000"/>
                  </a:p>
                </p:txBody>
              </p:sp>
              <p:sp>
                <p:nvSpPr>
                  <p:cNvPr id="45078" name="Rectangle 58">
                    <a:extLst>
                      <a:ext uri="{FF2B5EF4-FFF2-40B4-BE49-F238E27FC236}">
                        <a16:creationId xmlns:a16="http://schemas.microsoft.com/office/drawing/2014/main" id="{BF74CD85-DB70-4DFA-B61C-82BF1512318E}"/>
                      </a:ext>
                    </a:extLst>
                  </p:cNvPr>
                  <p:cNvSpPr>
                    <a:spLocks noChangeArrowheads="1"/>
                  </p:cNvSpPr>
                  <p:nvPr/>
                </p:nvSpPr>
                <p:spPr bwMode="auto">
                  <a:xfrm>
                    <a:off x="4412" y="580"/>
                    <a:ext cx="5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t>)</a:t>
                    </a:r>
                  </a:p>
                </p:txBody>
              </p:sp>
            </p:grpSp>
          </p:grpSp>
        </p:grpSp>
      </p:grpSp>
      <p:pic>
        <p:nvPicPr>
          <p:cNvPr id="35852" name="Picture 12" descr="P:\Stacy_Patch\Silberberg 2003\Silberberg DCM\chapt16\color_art_library\16_24.jpg">
            <a:extLst>
              <a:ext uri="{FF2B5EF4-FFF2-40B4-BE49-F238E27FC236}">
                <a16:creationId xmlns:a16="http://schemas.microsoft.com/office/drawing/2014/main" id="{D1712D6B-23D1-4EEE-99E1-D34F0F8AFB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1008" y="1506663"/>
            <a:ext cx="845185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901" name="Text Box 61" descr="Bouquet">
            <a:extLst>
              <a:ext uri="{FF2B5EF4-FFF2-40B4-BE49-F238E27FC236}">
                <a16:creationId xmlns:a16="http://schemas.microsoft.com/office/drawing/2014/main" id="{DEBA039E-C539-4050-AF7A-852D55EB15F2}"/>
              </a:ext>
            </a:extLst>
          </p:cNvPr>
          <p:cNvSpPr txBox="1">
            <a:spLocks noChangeArrowheads="1"/>
          </p:cNvSpPr>
          <p:nvPr/>
        </p:nvSpPr>
        <p:spPr bwMode="auto">
          <a:xfrm>
            <a:off x="1487488" y="1382713"/>
            <a:ext cx="1911351" cy="461962"/>
          </a:xfrm>
          <a:prstGeom prst="rect">
            <a:avLst/>
          </a:prstGeom>
          <a:blipFill dpi="0" rotWithShape="0">
            <a:blip r:embed="rId3"/>
            <a:srcRect/>
            <a:tile tx="0" ty="0" sx="100000" sy="100000" flip="none" algn="tl"/>
          </a:blipFill>
          <a:ln w="9525">
            <a:solidFill>
              <a:srgbClr val="0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400"/>
              <a:t>Ni, Pd </a:t>
            </a:r>
            <a:r>
              <a:rPr lang="lv-LV" altLang="en-US" sz="2400"/>
              <a:t>vai</a:t>
            </a:r>
            <a:r>
              <a:rPr lang="en-US" altLang="en-US" sz="2400"/>
              <a:t> Pt</a:t>
            </a:r>
          </a:p>
        </p:txBody>
      </p:sp>
      <p:sp>
        <p:nvSpPr>
          <p:cNvPr id="53" name="Rectangle 2">
            <a:extLst>
              <a:ext uri="{FF2B5EF4-FFF2-40B4-BE49-F238E27FC236}">
                <a16:creationId xmlns:a16="http://schemas.microsoft.com/office/drawing/2014/main" id="{D3B2F9A9-9D40-48B7-B244-ED34BAD86386}"/>
              </a:ext>
            </a:extLst>
          </p:cNvPr>
          <p:cNvSpPr txBox="1">
            <a:spLocks noChangeArrowheads="1"/>
          </p:cNvSpPr>
          <p:nvPr/>
        </p:nvSpPr>
        <p:spPr>
          <a:xfrm>
            <a:off x="1981200" y="115888"/>
            <a:ext cx="8229600" cy="830262"/>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defRPr/>
            </a:pPr>
            <a:r>
              <a:rPr lang="lv-LV" altLang="en-US" sz="4000" kern="0" dirty="0">
                <a:solidFill>
                  <a:srgbClr val="008000"/>
                </a:solidFill>
              </a:rPr>
              <a:t>Heterogēnā katalīze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901"/>
                                        </p:tgtEl>
                                        <p:attrNameLst>
                                          <p:attrName>style.visibility</p:attrName>
                                        </p:attrNameLst>
                                      </p:cBhvr>
                                      <p:to>
                                        <p:strVal val="visible"/>
                                      </p:to>
                                    </p:set>
                                    <p:anim calcmode="lin" valueType="num">
                                      <p:cBhvr additive="base">
                                        <p:cTn id="7" dur="500" fill="hold"/>
                                        <p:tgtEl>
                                          <p:spTgt spid="35901"/>
                                        </p:tgtEl>
                                        <p:attrNameLst>
                                          <p:attrName>ppt_x</p:attrName>
                                        </p:attrNameLst>
                                      </p:cBhvr>
                                      <p:tavLst>
                                        <p:tav tm="0">
                                          <p:val>
                                            <p:strVal val="0-#ppt_w/2"/>
                                          </p:val>
                                        </p:tav>
                                        <p:tav tm="100000">
                                          <p:val>
                                            <p:strVal val="#ppt_x"/>
                                          </p:val>
                                        </p:tav>
                                      </p:tavLst>
                                    </p:anim>
                                    <p:anim calcmode="lin" valueType="num">
                                      <p:cBhvr additive="base">
                                        <p:cTn id="8" dur="500" fill="hold"/>
                                        <p:tgtEl>
                                          <p:spTgt spid="3590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4" presetClass="entr" presetSubtype="10" fill="hold" nodeType="clickEffect">
                                  <p:stCondLst>
                                    <p:cond delay="0"/>
                                  </p:stCondLst>
                                  <p:childTnLst>
                                    <p:set>
                                      <p:cBhvr>
                                        <p:cTn id="12" dur="1" fill="hold">
                                          <p:stCondLst>
                                            <p:cond delay="0"/>
                                          </p:stCondLst>
                                        </p:cTn>
                                        <p:tgtEl>
                                          <p:spTgt spid="35852"/>
                                        </p:tgtEl>
                                        <p:attrNameLst>
                                          <p:attrName>style.visibility</p:attrName>
                                        </p:attrNameLst>
                                      </p:cBhvr>
                                      <p:to>
                                        <p:strVal val="visible"/>
                                      </p:to>
                                    </p:set>
                                    <p:animEffect transition="in" filter="randombar(horizontal)">
                                      <p:cBhvr>
                                        <p:cTn id="13" dur="500"/>
                                        <p:tgtEl>
                                          <p:spTgt spid="35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01"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0DAB73-DB30-47D0-A630-CE99B51E6594}"/>
              </a:ext>
            </a:extLst>
          </p:cNvPr>
          <p:cNvSpPr>
            <a:spLocks noGrp="1"/>
          </p:cNvSpPr>
          <p:nvPr>
            <p:ph type="sldNum" sz="quarter" idx="12"/>
          </p:nvPr>
        </p:nvSpPr>
        <p:spPr/>
        <p:txBody>
          <a:bodyPr/>
          <a:lstStyle/>
          <a:p>
            <a:fld id="{2AE48237-C590-4F3D-A4FC-EA56C6AE3951}" type="slidenum">
              <a:rPr lang="lv-LV" altLang="en-US" smtClean="0"/>
              <a:pPr/>
              <a:t>20</a:t>
            </a:fld>
            <a:endParaRPr lang="lv-LV" altLang="en-US"/>
          </a:p>
        </p:txBody>
      </p:sp>
      <p:pic>
        <p:nvPicPr>
          <p:cNvPr id="53252" name="Picture 4" descr="Catalysis – Chemistry">
            <a:extLst>
              <a:ext uri="{FF2B5EF4-FFF2-40B4-BE49-F238E27FC236}">
                <a16:creationId xmlns:a16="http://schemas.microsoft.com/office/drawing/2014/main" id="{2A2BF14B-C2EA-4135-9678-469AC97EA9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368" y="548680"/>
            <a:ext cx="4824536" cy="457959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a:extLst>
              <a:ext uri="{FF2B5EF4-FFF2-40B4-BE49-F238E27FC236}">
                <a16:creationId xmlns:a16="http://schemas.microsoft.com/office/drawing/2014/main" id="{A610B134-3D7C-4DBF-B577-A6AE8B7920A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780902" y="2708920"/>
            <a:ext cx="5976266" cy="318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3">
            <a:extLst>
              <a:ext uri="{FF2B5EF4-FFF2-40B4-BE49-F238E27FC236}">
                <a16:creationId xmlns:a16="http://schemas.microsoft.com/office/drawing/2014/main" id="{628AEAEB-7A69-4BDA-A05D-5986BB262BCC}"/>
              </a:ext>
            </a:extLst>
          </p:cNvPr>
          <p:cNvSpPr txBox="1">
            <a:spLocks noChangeArrowheads="1"/>
          </p:cNvSpPr>
          <p:nvPr/>
        </p:nvSpPr>
        <p:spPr bwMode="auto">
          <a:xfrm>
            <a:off x="5663952" y="2295326"/>
            <a:ext cx="676875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pPr>
            <a:r>
              <a:rPr lang="lv-LV" altLang="en-US" sz="2600" dirty="0">
                <a:solidFill>
                  <a:srgbClr val="CC0000"/>
                </a:solidFill>
              </a:rPr>
              <a:t> Fermenti</a:t>
            </a:r>
            <a:r>
              <a:rPr lang="lv-LV" altLang="en-US" sz="2600" dirty="0">
                <a:solidFill>
                  <a:srgbClr val="008000"/>
                </a:solidFill>
              </a:rPr>
              <a:t> </a:t>
            </a:r>
            <a:r>
              <a:rPr lang="lv-LV" altLang="en-US" sz="2600" dirty="0"/>
              <a:t>- bioķīmisko reakciju katalizatori</a:t>
            </a:r>
          </a:p>
        </p:txBody>
      </p:sp>
      <p:sp>
        <p:nvSpPr>
          <p:cNvPr id="3" name="TextBox 2">
            <a:extLst>
              <a:ext uri="{FF2B5EF4-FFF2-40B4-BE49-F238E27FC236}">
                <a16:creationId xmlns:a16="http://schemas.microsoft.com/office/drawing/2014/main" id="{48BAF771-FAB9-4AD2-8BFA-C9A72F9A5D49}"/>
              </a:ext>
            </a:extLst>
          </p:cNvPr>
          <p:cNvSpPr txBox="1"/>
          <p:nvPr/>
        </p:nvSpPr>
        <p:spPr>
          <a:xfrm>
            <a:off x="4583832" y="6444476"/>
            <a:ext cx="7510368" cy="276999"/>
          </a:xfrm>
          <a:prstGeom prst="rect">
            <a:avLst/>
          </a:prstGeom>
          <a:noFill/>
        </p:spPr>
        <p:txBody>
          <a:bodyPr wrap="square" rtlCol="0">
            <a:spAutoFit/>
          </a:bodyPr>
          <a:lstStyle/>
          <a:p>
            <a:r>
              <a:rPr lang="lv-LV" sz="1200"/>
              <a:t>https://bodell.mtchs.org/OnlineBio/BIOCD/text/chapter5/concept5.5.html</a:t>
            </a:r>
          </a:p>
        </p:txBody>
      </p:sp>
      <p:sp>
        <p:nvSpPr>
          <p:cNvPr id="6" name="TextBox 5">
            <a:extLst>
              <a:ext uri="{FF2B5EF4-FFF2-40B4-BE49-F238E27FC236}">
                <a16:creationId xmlns:a16="http://schemas.microsoft.com/office/drawing/2014/main" id="{2E4C7F62-FC66-44BB-BEA8-8A44A253D5E7}"/>
              </a:ext>
            </a:extLst>
          </p:cNvPr>
          <p:cNvSpPr txBox="1"/>
          <p:nvPr/>
        </p:nvSpPr>
        <p:spPr>
          <a:xfrm>
            <a:off x="0" y="5189029"/>
            <a:ext cx="5426486" cy="276999"/>
          </a:xfrm>
          <a:prstGeom prst="rect">
            <a:avLst/>
          </a:prstGeom>
          <a:noFill/>
        </p:spPr>
        <p:txBody>
          <a:bodyPr wrap="none" rtlCol="0">
            <a:spAutoFit/>
          </a:bodyPr>
          <a:lstStyle/>
          <a:p>
            <a:r>
              <a:rPr lang="lv-LV" sz="1200" dirty="0"/>
              <a:t>https://commons.wikimedia.org/wiki/File:CNX_Chem_12_07_Hydrogenat.png</a:t>
            </a:r>
          </a:p>
        </p:txBody>
      </p:sp>
    </p:spTree>
    <p:extLst>
      <p:ext uri="{BB962C8B-B14F-4D97-AF65-F5344CB8AC3E}">
        <p14:creationId xmlns:p14="http://schemas.microsoft.com/office/powerpoint/2010/main" val="245080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aida numura vietturis 8">
            <a:extLst>
              <a:ext uri="{FF2B5EF4-FFF2-40B4-BE49-F238E27FC236}">
                <a16:creationId xmlns:a16="http://schemas.microsoft.com/office/drawing/2014/main" id="{D08CB7FF-EE6A-458F-AE6F-6D873D19BDA1}"/>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E80CC6F-D900-4796-A903-9D1712D30BBA}" type="slidenum">
              <a:rPr lang="lv-LV" altLang="en-US" sz="1400"/>
              <a:pPr>
                <a:spcBef>
                  <a:spcPct val="0"/>
                </a:spcBef>
                <a:buFontTx/>
                <a:buNone/>
              </a:pPr>
              <a:t>21</a:t>
            </a:fld>
            <a:endParaRPr lang="lv-LV" altLang="en-US" sz="1400"/>
          </a:p>
        </p:txBody>
      </p:sp>
      <p:sp>
        <p:nvSpPr>
          <p:cNvPr id="48131" name="Rectangle 2">
            <a:extLst>
              <a:ext uri="{FF2B5EF4-FFF2-40B4-BE49-F238E27FC236}">
                <a16:creationId xmlns:a16="http://schemas.microsoft.com/office/drawing/2014/main" id="{7A288AEB-FA2E-44E3-AB4C-BF7F1D626546}"/>
              </a:ext>
            </a:extLst>
          </p:cNvPr>
          <p:cNvSpPr>
            <a:spLocks noGrp="1" noChangeArrowheads="1"/>
          </p:cNvSpPr>
          <p:nvPr>
            <p:ph type="title" sz="quarter"/>
          </p:nvPr>
        </p:nvSpPr>
        <p:spPr>
          <a:xfrm>
            <a:off x="335360" y="154459"/>
            <a:ext cx="11751096" cy="1143000"/>
          </a:xfrm>
        </p:spPr>
        <p:txBody>
          <a:bodyPr/>
          <a:lstStyle/>
          <a:p>
            <a:pPr eaLnBrk="1" hangingPunct="1"/>
            <a:r>
              <a:rPr lang="lv-LV" altLang="en-US" sz="4000" dirty="0">
                <a:solidFill>
                  <a:srgbClr val="008000"/>
                </a:solidFill>
              </a:rPr>
              <a:t>Bioloģiski </a:t>
            </a:r>
            <a:r>
              <a:rPr lang="lv-LV" altLang="en-US" sz="3600" dirty="0">
                <a:solidFill>
                  <a:srgbClr val="008000"/>
                </a:solidFill>
              </a:rPr>
              <a:t>svarīgas</a:t>
            </a:r>
            <a:r>
              <a:rPr lang="lv-LV" altLang="en-US" sz="4000" dirty="0">
                <a:solidFill>
                  <a:srgbClr val="008000"/>
                </a:solidFill>
              </a:rPr>
              <a:t> reakcijas, ko </a:t>
            </a:r>
            <a:r>
              <a:rPr lang="lv-LV" altLang="en-US" sz="4000" dirty="0" err="1">
                <a:solidFill>
                  <a:srgbClr val="008000"/>
                </a:solidFill>
              </a:rPr>
              <a:t>katalizē</a:t>
            </a:r>
            <a:r>
              <a:rPr lang="lv-LV" altLang="en-US" sz="4000" dirty="0">
                <a:solidFill>
                  <a:srgbClr val="008000"/>
                </a:solidFill>
              </a:rPr>
              <a:t> fermenti</a:t>
            </a:r>
          </a:p>
        </p:txBody>
      </p:sp>
      <p:graphicFrame>
        <p:nvGraphicFramePr>
          <p:cNvPr id="116802" name="Group 66">
            <a:extLst>
              <a:ext uri="{FF2B5EF4-FFF2-40B4-BE49-F238E27FC236}">
                <a16:creationId xmlns:a16="http://schemas.microsoft.com/office/drawing/2014/main" id="{637E8A40-4CF7-4031-832F-E74F441EC894}"/>
              </a:ext>
            </a:extLst>
          </p:cNvPr>
          <p:cNvGraphicFramePr>
            <a:graphicFrameLocks noGrp="1"/>
          </p:cNvGraphicFramePr>
          <p:nvPr>
            <p:ph sz="quarter" idx="1"/>
            <p:extLst>
              <p:ext uri="{D42A27DB-BD31-4B8C-83A1-F6EECF244321}">
                <p14:modId xmlns:p14="http://schemas.microsoft.com/office/powerpoint/2010/main" val="3716570525"/>
              </p:ext>
            </p:extLst>
          </p:nvPr>
        </p:nvGraphicFramePr>
        <p:xfrm>
          <a:off x="1774825" y="1730376"/>
          <a:ext cx="8642350" cy="3932237"/>
        </p:xfrm>
        <a:graphic>
          <a:graphicData uri="http://schemas.openxmlformats.org/drawingml/2006/table">
            <a:tbl>
              <a:tblPr/>
              <a:tblGrid>
                <a:gridCol w="1873250">
                  <a:extLst>
                    <a:ext uri="{9D8B030D-6E8A-4147-A177-3AD203B41FA5}">
                      <a16:colId xmlns:a16="http://schemas.microsoft.com/office/drawing/2014/main" val="20000"/>
                    </a:ext>
                  </a:extLst>
                </a:gridCol>
                <a:gridCol w="6769100">
                  <a:extLst>
                    <a:ext uri="{9D8B030D-6E8A-4147-A177-3AD203B41FA5}">
                      <a16:colId xmlns:a16="http://schemas.microsoft.com/office/drawing/2014/main" val="20001"/>
                    </a:ext>
                  </a:extLst>
                </a:gridCol>
              </a:tblGrid>
              <a:tr h="5182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lv-LV" sz="2800" b="0" i="0" u="none" strike="noStrike" cap="none" normalizeH="0" baseline="0" dirty="0">
                          <a:ln>
                            <a:noFill/>
                          </a:ln>
                          <a:solidFill>
                            <a:schemeClr val="tx1"/>
                          </a:solidFill>
                          <a:effectLst/>
                          <a:latin typeface="Arial" charset="0"/>
                        </a:rPr>
                        <a:t>Ferments</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lv-LV" sz="2800" b="0" i="0" u="none" strike="noStrike" cap="none" normalizeH="0" baseline="0" dirty="0">
                          <a:ln>
                            <a:noFill/>
                          </a:ln>
                          <a:solidFill>
                            <a:schemeClr val="tx1"/>
                          </a:solidFill>
                          <a:effectLst/>
                          <a:latin typeface="Arial" charset="0"/>
                        </a:rPr>
                        <a:t>Fermenta funkcija vai </a:t>
                      </a:r>
                      <a:r>
                        <a:rPr kumimoji="0" lang="lv-LV" sz="2800" b="0" i="0" u="none" strike="noStrike" cap="none" normalizeH="0" baseline="0" dirty="0" err="1">
                          <a:ln>
                            <a:noFill/>
                          </a:ln>
                          <a:solidFill>
                            <a:schemeClr val="tx1"/>
                          </a:solidFill>
                          <a:effectLst/>
                          <a:latin typeface="Arial" charset="0"/>
                        </a:rPr>
                        <a:t>katalizētā</a:t>
                      </a:r>
                      <a:r>
                        <a:rPr kumimoji="0" lang="lv-LV" sz="2800" b="0" i="0" u="none" strike="noStrike" cap="none" normalizeH="0" baseline="0" dirty="0">
                          <a:ln>
                            <a:noFill/>
                          </a:ln>
                          <a:solidFill>
                            <a:schemeClr val="tx1"/>
                          </a:solidFill>
                          <a:effectLst/>
                          <a:latin typeface="Arial" charset="0"/>
                        </a:rPr>
                        <a:t> reakcija</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4495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lv-LV" sz="2800" b="0" i="0" u="none" strike="noStrike" cap="none" normalizeH="0" baseline="0">
                          <a:ln>
                            <a:noFill/>
                          </a:ln>
                          <a:solidFill>
                            <a:schemeClr val="tx1"/>
                          </a:solidFill>
                          <a:effectLst/>
                          <a:latin typeface="Arial" charset="0"/>
                        </a:rPr>
                        <a:t>Oglekļa anhidrāze</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71938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lv-LV" sz="4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lv-LV" sz="2800" b="0" i="0" u="none" strike="noStrike" cap="none" normalizeH="0" baseline="0">
                          <a:ln>
                            <a:noFill/>
                          </a:ln>
                          <a:solidFill>
                            <a:schemeClr val="tx1"/>
                          </a:solidFill>
                          <a:effectLst/>
                          <a:latin typeface="Arial" charset="0"/>
                        </a:rPr>
                        <a:t>Ureāze</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lv-LV" sz="300" b="0" i="0" u="none" strike="noStrike" cap="none" normalizeH="0" baseline="0">
                        <a:ln>
                          <a:noFill/>
                        </a:ln>
                        <a:solidFill>
                          <a:schemeClr val="tx1"/>
                        </a:solidFill>
                        <a:effectLst/>
                        <a:latin typeface="Arial" charset="0"/>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1938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lv-LV" sz="4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lv-LV" sz="2800" b="0" i="0" u="none" strike="noStrike" cap="none" normalizeH="0" baseline="0">
                          <a:ln>
                            <a:noFill/>
                          </a:ln>
                          <a:solidFill>
                            <a:schemeClr val="tx1"/>
                          </a:solidFill>
                          <a:effectLst/>
                          <a:latin typeface="Arial" charset="0"/>
                        </a:rPr>
                        <a:t>Katalāze</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lv-LV" sz="300" b="0" i="0" u="none" strike="noStrike" cap="none" normalizeH="0" baseline="0">
                        <a:ln>
                          <a:noFill/>
                        </a:ln>
                        <a:solidFill>
                          <a:schemeClr val="tx1"/>
                        </a:solidFill>
                        <a:effectLst/>
                        <a:latin typeface="Arial" charset="0"/>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103030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lv-LV" sz="2800" b="0" i="0" u="none" strike="noStrike" cap="none" normalizeH="0" baseline="0">
                          <a:ln>
                            <a:noFill/>
                          </a:ln>
                          <a:solidFill>
                            <a:schemeClr val="tx1"/>
                          </a:solidFill>
                          <a:effectLst/>
                          <a:latin typeface="Arial" charset="0"/>
                        </a:rPr>
                        <a:t>Himo-</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lv-LV" sz="2800" b="0" i="0" u="none" strike="noStrike" cap="none" normalizeH="0" baseline="0">
                          <a:ln>
                            <a:noFill/>
                          </a:ln>
                          <a:solidFill>
                            <a:schemeClr val="tx1"/>
                          </a:solidFill>
                          <a:effectLst/>
                          <a:latin typeface="Arial" charset="0"/>
                        </a:rPr>
                        <a:t>tripsīns</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lv-LV" sz="2800" b="0" i="0" u="none" strike="noStrike" cap="none" normalizeH="0" baseline="0" dirty="0">
                          <a:ln>
                            <a:noFill/>
                          </a:ln>
                          <a:solidFill>
                            <a:schemeClr val="tx1"/>
                          </a:solidFill>
                          <a:effectLst/>
                          <a:latin typeface="Arial" charset="0"/>
                        </a:rPr>
                        <a:t>Peptīdu saišu šķelšana proteīnos</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48152" name="Object 29">
            <a:extLst>
              <a:ext uri="{FF2B5EF4-FFF2-40B4-BE49-F238E27FC236}">
                <a16:creationId xmlns:a16="http://schemas.microsoft.com/office/drawing/2014/main" id="{883D3E84-8E4D-4F35-B541-F36FC0C8F592}"/>
              </a:ext>
            </a:extLst>
          </p:cNvPr>
          <p:cNvGraphicFramePr>
            <a:graphicFrameLocks noGrp="1" noChangeAspect="1"/>
          </p:cNvGraphicFramePr>
          <p:nvPr>
            <p:ph sz="quarter" idx="2"/>
            <p:extLst>
              <p:ext uri="{D42A27DB-BD31-4B8C-83A1-F6EECF244321}">
                <p14:modId xmlns:p14="http://schemas.microsoft.com/office/powerpoint/2010/main" val="1351029782"/>
              </p:ext>
            </p:extLst>
          </p:nvPr>
        </p:nvGraphicFramePr>
        <p:xfrm>
          <a:off x="4295775" y="2486026"/>
          <a:ext cx="5545138" cy="511175"/>
        </p:xfrm>
        <a:graphic>
          <a:graphicData uri="http://schemas.openxmlformats.org/presentationml/2006/ole">
            <mc:AlternateContent xmlns:mc="http://schemas.openxmlformats.org/markup-compatibility/2006">
              <mc:Choice xmlns:v="urn:schemas-microsoft-com:vml" Requires="v">
                <p:oleObj spid="_x0000_s48314" name="Equation" r:id="rId4" imgW="2755900" imgH="254000" progId="Equation.3">
                  <p:embed/>
                </p:oleObj>
              </mc:Choice>
              <mc:Fallback>
                <p:oleObj name="Equation" r:id="rId4" imgW="2755900" imgH="254000" progId="Equation.3">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5775" y="2486026"/>
                        <a:ext cx="5545138" cy="511175"/>
                      </a:xfrm>
                      <a:prstGeom prst="rect">
                        <a:avLst/>
                      </a:prstGeom>
                      <a:solidFill>
                        <a:schemeClr val="bg1"/>
                      </a:solidFill>
                      <a:ln w="9525">
                        <a:noFill/>
                        <a:miter lim="800000"/>
                        <a:headEnd/>
                        <a:tailEnd/>
                      </a:ln>
                      <a:effectLst/>
                      <a:extLst/>
                    </p:spPr>
                  </p:pic>
                </p:oleObj>
              </mc:Fallback>
            </mc:AlternateContent>
          </a:graphicData>
        </a:graphic>
      </p:graphicFrame>
      <p:graphicFrame>
        <p:nvGraphicFramePr>
          <p:cNvPr id="48153" name="Object 42">
            <a:extLst>
              <a:ext uri="{FF2B5EF4-FFF2-40B4-BE49-F238E27FC236}">
                <a16:creationId xmlns:a16="http://schemas.microsoft.com/office/drawing/2014/main" id="{26F015FF-D01D-40C7-A1B8-D849FF826CD7}"/>
              </a:ext>
            </a:extLst>
          </p:cNvPr>
          <p:cNvGraphicFramePr>
            <a:graphicFrameLocks noGrp="1" noChangeAspect="1"/>
          </p:cNvGraphicFramePr>
          <p:nvPr>
            <p:ph sz="quarter" idx="3"/>
            <p:extLst>
              <p:ext uri="{D42A27DB-BD31-4B8C-83A1-F6EECF244321}">
                <p14:modId xmlns:p14="http://schemas.microsoft.com/office/powerpoint/2010/main" val="2052041807"/>
              </p:ext>
            </p:extLst>
          </p:nvPr>
        </p:nvGraphicFramePr>
        <p:xfrm>
          <a:off x="3648075" y="3330576"/>
          <a:ext cx="6769100" cy="385763"/>
        </p:xfrm>
        <a:graphic>
          <a:graphicData uri="http://schemas.openxmlformats.org/presentationml/2006/ole">
            <mc:AlternateContent xmlns:mc="http://schemas.openxmlformats.org/markup-compatibility/2006">
              <mc:Choice xmlns:v="urn:schemas-microsoft-com:vml" Requires="v">
                <p:oleObj spid="_x0000_s48315" name="Equation" r:id="rId6" imgW="4241800" imgH="241300" progId="Equation.3">
                  <p:embed/>
                </p:oleObj>
              </mc:Choice>
              <mc:Fallback>
                <p:oleObj name="Equation" r:id="rId6" imgW="4241800" imgH="241300" progId="Equation.3">
                  <p:embed/>
                  <p:pic>
                    <p:nvPicPr>
                      <p:cNvPr id="0" name="Object 4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48075" y="3330576"/>
                        <a:ext cx="6769100" cy="385763"/>
                      </a:xfrm>
                      <a:prstGeom prst="rect">
                        <a:avLst/>
                      </a:prstGeom>
                      <a:solidFill>
                        <a:schemeClr val="bg1"/>
                      </a:solidFill>
                      <a:ln w="9525">
                        <a:noFill/>
                        <a:miter lim="800000"/>
                        <a:headEnd/>
                        <a:tailEnd/>
                      </a:ln>
                      <a:effectLst/>
                      <a:extLst/>
                    </p:spPr>
                  </p:pic>
                </p:oleObj>
              </mc:Fallback>
            </mc:AlternateContent>
          </a:graphicData>
        </a:graphic>
      </p:graphicFrame>
      <p:graphicFrame>
        <p:nvGraphicFramePr>
          <p:cNvPr id="48154" name="Object 47">
            <a:extLst>
              <a:ext uri="{FF2B5EF4-FFF2-40B4-BE49-F238E27FC236}">
                <a16:creationId xmlns:a16="http://schemas.microsoft.com/office/drawing/2014/main" id="{DF7C1A82-72FF-4409-8230-4FFBB82ACADE}"/>
              </a:ext>
            </a:extLst>
          </p:cNvPr>
          <p:cNvGraphicFramePr>
            <a:graphicFrameLocks noGrp="1" noChangeAspect="1"/>
          </p:cNvGraphicFramePr>
          <p:nvPr>
            <p:ph sz="quarter" idx="4"/>
            <p:extLst>
              <p:ext uri="{D42A27DB-BD31-4B8C-83A1-F6EECF244321}">
                <p14:modId xmlns:p14="http://schemas.microsoft.com/office/powerpoint/2010/main" val="618632595"/>
              </p:ext>
            </p:extLst>
          </p:nvPr>
        </p:nvGraphicFramePr>
        <p:xfrm>
          <a:off x="4511675" y="4032250"/>
          <a:ext cx="4552950" cy="476250"/>
        </p:xfrm>
        <a:graphic>
          <a:graphicData uri="http://schemas.openxmlformats.org/presentationml/2006/ole">
            <mc:AlternateContent xmlns:mc="http://schemas.openxmlformats.org/markup-compatibility/2006">
              <mc:Choice xmlns:v="urn:schemas-microsoft-com:vml" Requires="v">
                <p:oleObj spid="_x0000_s48316" name="Equation" r:id="rId8" imgW="2184400" imgH="228600" progId="Equation.3">
                  <p:embed/>
                </p:oleObj>
              </mc:Choice>
              <mc:Fallback>
                <p:oleObj name="Equation" r:id="rId8" imgW="2184400" imgH="228600" progId="Equation.3">
                  <p:embed/>
                  <p:pic>
                    <p:nvPicPr>
                      <p:cNvPr id="0" name="Object 4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11675" y="4032250"/>
                        <a:ext cx="4552950" cy="476250"/>
                      </a:xfrm>
                      <a:prstGeom prst="rect">
                        <a:avLst/>
                      </a:prstGeom>
                      <a:solidFill>
                        <a:schemeClr val="bg1"/>
                      </a:solidFill>
                      <a:ln w="9525">
                        <a:noFill/>
                        <a:miter lim="800000"/>
                        <a:headEnd/>
                        <a:tailEnd/>
                      </a:ln>
                      <a:effectLs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Virsraksts 1">
            <a:extLst>
              <a:ext uri="{FF2B5EF4-FFF2-40B4-BE49-F238E27FC236}">
                <a16:creationId xmlns:a16="http://schemas.microsoft.com/office/drawing/2014/main" id="{074FC6DF-8E9C-4E44-861A-37C0F78D602C}"/>
              </a:ext>
            </a:extLst>
          </p:cNvPr>
          <p:cNvSpPr>
            <a:spLocks noGrp="1"/>
          </p:cNvSpPr>
          <p:nvPr>
            <p:ph type="title"/>
          </p:nvPr>
        </p:nvSpPr>
        <p:spPr>
          <a:xfrm>
            <a:off x="1981200" y="44450"/>
            <a:ext cx="8229600" cy="1143000"/>
          </a:xfrm>
        </p:spPr>
        <p:txBody>
          <a:bodyPr/>
          <a:lstStyle/>
          <a:p>
            <a:r>
              <a:rPr lang="lv-LV" altLang="en-US" sz="4000">
                <a:solidFill>
                  <a:srgbClr val="008000"/>
                </a:solidFill>
              </a:rPr>
              <a:t>Katalizatori mašīnu izpūtējos</a:t>
            </a:r>
            <a:endParaRPr lang="en-GB" altLang="en-US" sz="4000">
              <a:solidFill>
                <a:srgbClr val="008000"/>
              </a:solidFill>
            </a:endParaRPr>
          </a:p>
        </p:txBody>
      </p:sp>
      <p:sp>
        <p:nvSpPr>
          <p:cNvPr id="50180" name="Slaida numura vietturis 3">
            <a:extLst>
              <a:ext uri="{FF2B5EF4-FFF2-40B4-BE49-F238E27FC236}">
                <a16:creationId xmlns:a16="http://schemas.microsoft.com/office/drawing/2014/main" id="{562DEF7D-A175-40F7-A1E4-6761ADFFC695}"/>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CF839F6-170D-4EC3-AA4E-D67DA7ED18A6}" type="slidenum">
              <a:rPr lang="lv-LV" altLang="en-US" sz="1400"/>
              <a:pPr>
                <a:spcBef>
                  <a:spcPct val="0"/>
                </a:spcBef>
                <a:buFontTx/>
                <a:buNone/>
              </a:pPr>
              <a:t>22</a:t>
            </a:fld>
            <a:endParaRPr lang="lv-LV" altLang="en-US" sz="1400"/>
          </a:p>
        </p:txBody>
      </p:sp>
      <p:pic>
        <p:nvPicPr>
          <p:cNvPr id="50181" name="Picture 2">
            <a:extLst>
              <a:ext uri="{FF2B5EF4-FFF2-40B4-BE49-F238E27FC236}">
                <a16:creationId xmlns:a16="http://schemas.microsoft.com/office/drawing/2014/main" id="{38384E22-0C97-4C58-956B-633F3EC9EB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344" y="1116050"/>
            <a:ext cx="6929124" cy="23035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182" name="Picture 3">
            <a:extLst>
              <a:ext uri="{FF2B5EF4-FFF2-40B4-BE49-F238E27FC236}">
                <a16:creationId xmlns:a16="http://schemas.microsoft.com/office/drawing/2014/main" id="{15D967BC-7C21-4925-B56A-351ACC57A2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1426" y="3856770"/>
            <a:ext cx="4244975"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3">
            <a:extLst>
              <a:ext uri="{FF2B5EF4-FFF2-40B4-BE49-F238E27FC236}">
                <a16:creationId xmlns:a16="http://schemas.microsoft.com/office/drawing/2014/main" id="{DD4A8A57-789D-4937-962E-EB60CB4820DA}"/>
              </a:ext>
            </a:extLst>
          </p:cNvPr>
          <p:cNvSpPr>
            <a:spLocks noChangeArrowheads="1"/>
          </p:cNvSpPr>
          <p:nvPr/>
        </p:nvSpPr>
        <p:spPr bwMode="auto">
          <a:xfrm>
            <a:off x="0" y="0"/>
            <a:ext cx="0" cy="0"/>
          </a:xfrm>
          <a:prstGeom prst="rect">
            <a:avLst/>
          </a:prstGeom>
          <a:solidFill>
            <a:srgbClr val="F3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lv-LV" sz="4800" b="0" i="0" u="none" strike="noStrike" cap="none" normalizeH="0" baseline="0">
                <a:ln>
                  <a:noFill/>
                </a:ln>
                <a:solidFill>
                  <a:srgbClr val="231F20"/>
                </a:solidFill>
                <a:effectLst/>
                <a:latin typeface="ff958"/>
              </a:rPr>
              <a:t>atalytic converter</a:t>
            </a:r>
            <a:endParaRPr kumimoji="0" lang="lv-LV" altLang="lv-LV"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lv-LV" sz="1200" b="0" i="0" u="none" strike="noStrike" cap="none" normalizeH="0" baseline="0">
                <a:ln>
                  <a:noFill/>
                </a:ln>
                <a:solidFill>
                  <a:srgbClr val="000000"/>
                </a:solidFill>
                <a:effectLst/>
                <a:latin typeface="Roboto" panose="02000000000000000000" pitchFamily="2" charset="0"/>
              </a:rPr>
              <a:t>  </a:t>
            </a:r>
            <a:r>
              <a:rPr kumimoji="0" lang="lv-LV" altLang="lv-LV" sz="39100" b="0" i="0" u="none" strike="noStrike" cap="none" normalizeH="0" baseline="0">
                <a:ln>
                  <a:noFill/>
                </a:ln>
                <a:solidFill>
                  <a:srgbClr val="000000"/>
                </a:solidFill>
                <a:effectLst/>
                <a:latin typeface="Roboto" panose="02000000000000000000" pitchFamily="2" charset="0"/>
              </a:rPr>
              <a:t> </a:t>
            </a:r>
            <a:r>
              <a:rPr kumimoji="0" lang="lv-LV" altLang="lv-LV" sz="1200" b="0" i="0" u="none" strike="noStrike" cap="none" normalizeH="0" baseline="0">
                <a:ln>
                  <a:noFill/>
                </a:ln>
                <a:solidFill>
                  <a:srgbClr val="000000"/>
                </a:solidFill>
                <a:effectLst/>
                <a:latin typeface="Roboto" panose="02000000000000000000" pitchFamily="2" charset="0"/>
              </a:rPr>
              <a:t>                                                                                                                        </a:t>
            </a:r>
          </a:p>
        </p:txBody>
      </p:sp>
      <p:sp>
        <p:nvSpPr>
          <p:cNvPr id="4" name="TextBox 3">
            <a:extLst>
              <a:ext uri="{FF2B5EF4-FFF2-40B4-BE49-F238E27FC236}">
                <a16:creationId xmlns:a16="http://schemas.microsoft.com/office/drawing/2014/main" id="{6F6799B3-F86C-4F95-AB81-1B6D0EEB8599}"/>
              </a:ext>
            </a:extLst>
          </p:cNvPr>
          <p:cNvSpPr txBox="1"/>
          <p:nvPr/>
        </p:nvSpPr>
        <p:spPr>
          <a:xfrm>
            <a:off x="479376" y="6525344"/>
            <a:ext cx="3464666" cy="276999"/>
          </a:xfrm>
          <a:prstGeom prst="rect">
            <a:avLst/>
          </a:prstGeom>
          <a:noFill/>
        </p:spPr>
        <p:txBody>
          <a:bodyPr wrap="none" rtlCol="0">
            <a:spAutoFit/>
          </a:bodyPr>
          <a:lstStyle/>
          <a:p>
            <a:r>
              <a:rPr lang="en-US" sz="1200" dirty="0"/>
              <a:t>Copyright © 2009 by Houghton Mifflin Company.</a:t>
            </a:r>
            <a:endParaRPr lang="lv-LV" sz="1200" dirty="0"/>
          </a:p>
        </p:txBody>
      </p:sp>
      <p:pic>
        <p:nvPicPr>
          <p:cNvPr id="5" name="Picture 2" descr="Catalytic converter diagram">
            <a:extLst>
              <a:ext uri="{FF2B5EF4-FFF2-40B4-BE49-F238E27FC236}">
                <a16:creationId xmlns:a16="http://schemas.microsoft.com/office/drawing/2014/main" id="{81C86988-16C9-44B0-A791-49D524E299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9997" y="3067111"/>
            <a:ext cx="5450659" cy="316138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DBD30FC-9393-4FCE-852D-06E8211D6B3B}"/>
              </a:ext>
            </a:extLst>
          </p:cNvPr>
          <p:cNvSpPr txBox="1"/>
          <p:nvPr/>
        </p:nvSpPr>
        <p:spPr>
          <a:xfrm>
            <a:off x="6384032" y="6444476"/>
            <a:ext cx="4526560" cy="461665"/>
          </a:xfrm>
          <a:prstGeom prst="rect">
            <a:avLst/>
          </a:prstGeom>
          <a:noFill/>
        </p:spPr>
        <p:txBody>
          <a:bodyPr wrap="none" rtlCol="0">
            <a:spAutoFit/>
          </a:bodyPr>
          <a:lstStyle/>
          <a:p>
            <a:r>
              <a:rPr lang="lv-LV" sz="1200" dirty="0">
                <a:hlinkClick r:id="rId6"/>
              </a:rPr>
              <a:t>https://www.ebay.com/motors/blog/what-is-a-catalytic-converter-</a:t>
            </a:r>
            <a:endParaRPr lang="lv-LV" sz="1200" dirty="0"/>
          </a:p>
          <a:p>
            <a:r>
              <a:rPr lang="lv-LV" sz="1200" dirty="0" err="1"/>
              <a:t>and-why-are-people-stealing-them</a:t>
            </a:r>
            <a:r>
              <a:rPr lang="lv-LV" sz="1200"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788DC9-BD69-4FCB-BB4A-DF4059D17C39}"/>
              </a:ext>
            </a:extLst>
          </p:cNvPr>
          <p:cNvSpPr>
            <a:spLocks noGrp="1"/>
          </p:cNvSpPr>
          <p:nvPr>
            <p:ph idx="1"/>
          </p:nvPr>
        </p:nvSpPr>
        <p:spPr/>
        <p:txBody>
          <a:bodyPr/>
          <a:lstStyle/>
          <a:p>
            <a:pPr marL="0" indent="0">
              <a:buNone/>
            </a:pPr>
            <a:r>
              <a:rPr lang="lv-LV" sz="2800" dirty="0"/>
              <a:t>1. Dotajām reakcijām uzraksti reakcijas ātruma izteiksmi, salīdzinot izejvielu un produktu izmaiņas laikā:</a:t>
            </a:r>
          </a:p>
          <a:p>
            <a:pPr marL="0" lvl="0" indent="0">
              <a:buNone/>
            </a:pPr>
            <a:r>
              <a:rPr lang="lv-LV" sz="2800" dirty="0"/>
              <a:t>	a) </a:t>
            </a:r>
            <a:r>
              <a:rPr lang="en-GB" sz="2800" dirty="0"/>
              <a:t>2 HOF(g) </a:t>
            </a:r>
            <a:r>
              <a:rPr lang="en-GB" sz="2800" dirty="0">
                <a:sym typeface="Symbol" panose="05050102010706020507" pitchFamily="18" charset="2"/>
              </a:rPr>
              <a:t></a:t>
            </a:r>
            <a:r>
              <a:rPr lang="en-GB" sz="2800" dirty="0"/>
              <a:t>  2 HF(g) + O</a:t>
            </a:r>
            <a:r>
              <a:rPr lang="en-GB" sz="2800" baseline="-25000" dirty="0"/>
              <a:t>2</a:t>
            </a:r>
            <a:r>
              <a:rPr lang="en-GB" sz="2800" dirty="0"/>
              <a:t>(g) 	</a:t>
            </a:r>
            <a:endParaRPr lang="lv-LV" sz="2800" dirty="0"/>
          </a:p>
          <a:p>
            <a:pPr marL="0" lvl="0" indent="0">
              <a:buNone/>
            </a:pPr>
            <a:r>
              <a:rPr lang="lv-LV" sz="2800" dirty="0"/>
              <a:t>	</a:t>
            </a:r>
            <a:r>
              <a:rPr lang="en-GB" sz="2800" dirty="0"/>
              <a:t>b)   3 H</a:t>
            </a:r>
            <a:r>
              <a:rPr lang="en-GB" sz="2800" baseline="-25000" dirty="0"/>
              <a:t>2</a:t>
            </a:r>
            <a:r>
              <a:rPr lang="en-GB" sz="2800" dirty="0"/>
              <a:t>(g) + N</a:t>
            </a:r>
            <a:r>
              <a:rPr lang="en-GB" sz="2800" baseline="-25000" dirty="0"/>
              <a:t>2</a:t>
            </a:r>
            <a:r>
              <a:rPr lang="en-GB" sz="2800" dirty="0"/>
              <a:t>(g) </a:t>
            </a:r>
            <a:r>
              <a:rPr lang="en-GB" sz="2800" dirty="0">
                <a:sym typeface="Symbol" panose="05050102010706020507" pitchFamily="18" charset="2"/>
              </a:rPr>
              <a:t></a:t>
            </a:r>
            <a:r>
              <a:rPr lang="en-GB" sz="2800" dirty="0"/>
              <a:t> 2 NH</a:t>
            </a:r>
            <a:r>
              <a:rPr lang="en-GB" sz="2800" baseline="-25000" dirty="0"/>
              <a:t>3</a:t>
            </a:r>
            <a:r>
              <a:rPr lang="en-GB" sz="2800" dirty="0"/>
              <a:t>(g)</a:t>
            </a:r>
            <a:endParaRPr lang="lv-LV" sz="2800" dirty="0"/>
          </a:p>
          <a:p>
            <a:pPr marL="0" lvl="0" indent="0">
              <a:buNone/>
            </a:pPr>
            <a:endParaRPr lang="lv-LV" dirty="0"/>
          </a:p>
          <a:p>
            <a:pPr marL="0" indent="0">
              <a:buNone/>
            </a:pPr>
            <a:endParaRPr lang="lv-LV" dirty="0"/>
          </a:p>
        </p:txBody>
      </p:sp>
      <p:sp>
        <p:nvSpPr>
          <p:cNvPr id="4" name="Slide Number Placeholder 3">
            <a:extLst>
              <a:ext uri="{FF2B5EF4-FFF2-40B4-BE49-F238E27FC236}">
                <a16:creationId xmlns:a16="http://schemas.microsoft.com/office/drawing/2014/main" id="{EB5CE8E6-26B6-493F-B481-72D06515EC27}"/>
              </a:ext>
            </a:extLst>
          </p:cNvPr>
          <p:cNvSpPr>
            <a:spLocks noGrp="1"/>
          </p:cNvSpPr>
          <p:nvPr>
            <p:ph type="sldNum" sz="quarter" idx="12"/>
          </p:nvPr>
        </p:nvSpPr>
        <p:spPr/>
        <p:txBody>
          <a:bodyPr/>
          <a:lstStyle/>
          <a:p>
            <a:fld id="{D3F750E3-4BAF-4FE4-BFA1-500D020F180D}" type="slidenum">
              <a:rPr lang="lv-LV" altLang="en-US" smtClean="0"/>
              <a:pPr/>
              <a:t>23</a:t>
            </a:fld>
            <a:endParaRPr lang="lv-LV" altLang="en-US"/>
          </a:p>
        </p:txBody>
      </p:sp>
      <p:sp>
        <p:nvSpPr>
          <p:cNvPr id="5" name="Title 1">
            <a:extLst>
              <a:ext uri="{FF2B5EF4-FFF2-40B4-BE49-F238E27FC236}">
                <a16:creationId xmlns:a16="http://schemas.microsoft.com/office/drawing/2014/main" id="{D8FFF42B-4216-428A-9C11-398AC6CA856D}"/>
              </a:ext>
            </a:extLst>
          </p:cNvPr>
          <p:cNvSpPr>
            <a:spLocks noGrp="1" noChangeArrowheads="1"/>
          </p:cNvSpPr>
          <p:nvPr>
            <p:ph type="title"/>
          </p:nvPr>
        </p:nvSpPr>
        <p:spPr>
          <a:xfrm>
            <a:off x="609600" y="282102"/>
            <a:ext cx="10972800" cy="1135536"/>
          </a:xfrm>
        </p:spPr>
        <p:txBody>
          <a:bodyPr/>
          <a:lstStyle/>
          <a:p>
            <a:r>
              <a:rPr lang="lv-LV" altLang="lv-LV" dirty="0">
                <a:solidFill>
                  <a:schemeClr val="accent2"/>
                </a:solidFill>
              </a:rPr>
              <a:t>Uzdevumi</a:t>
            </a:r>
          </a:p>
        </p:txBody>
      </p:sp>
    </p:spTree>
    <p:extLst>
      <p:ext uri="{BB962C8B-B14F-4D97-AF65-F5344CB8AC3E}">
        <p14:creationId xmlns:p14="http://schemas.microsoft.com/office/powerpoint/2010/main" val="4258440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788DC9-BD69-4FCB-BB4A-DF4059D17C39}"/>
              </a:ext>
            </a:extLst>
          </p:cNvPr>
          <p:cNvSpPr>
            <a:spLocks noGrp="1"/>
          </p:cNvSpPr>
          <p:nvPr>
            <p:ph idx="1"/>
          </p:nvPr>
        </p:nvSpPr>
        <p:spPr/>
        <p:txBody>
          <a:bodyPr/>
          <a:lstStyle/>
          <a:p>
            <a:pPr marL="0" indent="0">
              <a:buNone/>
            </a:pPr>
            <a:r>
              <a:rPr lang="lv-LV" sz="2800" dirty="0"/>
              <a:t>2. Reakcijā </a:t>
            </a:r>
            <a:r>
              <a:rPr lang="en-GB" sz="2800" dirty="0"/>
              <a:t>2 O</a:t>
            </a:r>
            <a:r>
              <a:rPr lang="en-GB" sz="2800" baseline="-25000" dirty="0"/>
              <a:t>3</a:t>
            </a:r>
            <a:r>
              <a:rPr lang="en-GB" sz="2800" dirty="0"/>
              <a:t>(g) </a:t>
            </a:r>
            <a:r>
              <a:rPr lang="en-GB" sz="2800" dirty="0">
                <a:sym typeface="Symbol" panose="05050102010706020507" pitchFamily="18" charset="2"/>
              </a:rPr>
              <a:t></a:t>
            </a:r>
            <a:r>
              <a:rPr lang="en-GB" sz="2800" dirty="0"/>
              <a:t> 3 O</a:t>
            </a:r>
            <a:r>
              <a:rPr lang="en-GB" sz="2800" baseline="-25000" dirty="0"/>
              <a:t>2</a:t>
            </a:r>
            <a:r>
              <a:rPr lang="en-GB" sz="2800" dirty="0"/>
              <a:t>(g) O</a:t>
            </a:r>
            <a:r>
              <a:rPr lang="en-GB" sz="2800" baseline="-25000" dirty="0"/>
              <a:t>2</a:t>
            </a:r>
            <a:r>
              <a:rPr lang="en-GB" sz="2800" dirty="0"/>
              <a:t> </a:t>
            </a:r>
            <a:r>
              <a:rPr lang="en-GB" sz="2800" dirty="0" err="1"/>
              <a:t>veidošanās</a:t>
            </a:r>
            <a:r>
              <a:rPr lang="en-GB" sz="2800" dirty="0"/>
              <a:t> </a:t>
            </a:r>
            <a:r>
              <a:rPr lang="en-GB" sz="2800" dirty="0" err="1"/>
              <a:t>ātrums</a:t>
            </a:r>
            <a:r>
              <a:rPr lang="en-GB" sz="2800" dirty="0"/>
              <a:t> </a:t>
            </a:r>
            <a:r>
              <a:rPr lang="en-GB" sz="2800" dirty="0" err="1"/>
              <a:t>ir</a:t>
            </a:r>
            <a:r>
              <a:rPr lang="en-GB" sz="2800" dirty="0"/>
              <a:t> </a:t>
            </a:r>
            <a:r>
              <a:rPr lang="lv-LV" sz="2800" dirty="0"/>
              <a:t>1,5</a:t>
            </a:r>
            <a:r>
              <a:rPr lang="en-GB" sz="2800" dirty="0">
                <a:sym typeface="Symbol" panose="05050102010706020507" pitchFamily="18" charset="2"/>
              </a:rPr>
              <a:t></a:t>
            </a:r>
            <a:r>
              <a:rPr lang="lv-LV" sz="2800" dirty="0"/>
              <a:t>10</a:t>
            </a:r>
            <a:r>
              <a:rPr lang="lv-LV" sz="2800" baseline="30000" dirty="0"/>
              <a:t>-3</a:t>
            </a:r>
            <a:r>
              <a:rPr lang="lv-LV" sz="2800" dirty="0"/>
              <a:t> mol/</a:t>
            </a:r>
            <a:r>
              <a:rPr lang="lv-LV" sz="2800" dirty="0" err="1"/>
              <a:t>L·s</a:t>
            </a:r>
            <a:r>
              <a:rPr lang="lv-LV" sz="2800" dirty="0"/>
              <a:t>. Kāds ir O</a:t>
            </a:r>
            <a:r>
              <a:rPr lang="lv-LV" sz="2800" baseline="-25000" dirty="0"/>
              <a:t>3</a:t>
            </a:r>
            <a:r>
              <a:rPr lang="lv-LV" sz="2800" dirty="0"/>
              <a:t> sadalīšanās ātrums?</a:t>
            </a:r>
          </a:p>
          <a:p>
            <a:endParaRPr lang="lv-LV" dirty="0"/>
          </a:p>
        </p:txBody>
      </p:sp>
      <p:sp>
        <p:nvSpPr>
          <p:cNvPr id="4" name="Slide Number Placeholder 3">
            <a:extLst>
              <a:ext uri="{FF2B5EF4-FFF2-40B4-BE49-F238E27FC236}">
                <a16:creationId xmlns:a16="http://schemas.microsoft.com/office/drawing/2014/main" id="{EB5CE8E6-26B6-493F-B481-72D06515EC27}"/>
              </a:ext>
            </a:extLst>
          </p:cNvPr>
          <p:cNvSpPr>
            <a:spLocks noGrp="1"/>
          </p:cNvSpPr>
          <p:nvPr>
            <p:ph type="sldNum" sz="quarter" idx="12"/>
          </p:nvPr>
        </p:nvSpPr>
        <p:spPr/>
        <p:txBody>
          <a:bodyPr/>
          <a:lstStyle/>
          <a:p>
            <a:fld id="{D3F750E3-4BAF-4FE4-BFA1-500D020F180D}" type="slidenum">
              <a:rPr lang="lv-LV" altLang="en-US" smtClean="0"/>
              <a:pPr/>
              <a:t>24</a:t>
            </a:fld>
            <a:endParaRPr lang="lv-LV" altLang="en-US"/>
          </a:p>
        </p:txBody>
      </p:sp>
      <p:sp>
        <p:nvSpPr>
          <p:cNvPr id="5" name="Title 1">
            <a:extLst>
              <a:ext uri="{FF2B5EF4-FFF2-40B4-BE49-F238E27FC236}">
                <a16:creationId xmlns:a16="http://schemas.microsoft.com/office/drawing/2014/main" id="{D8FFF42B-4216-428A-9C11-398AC6CA856D}"/>
              </a:ext>
            </a:extLst>
          </p:cNvPr>
          <p:cNvSpPr>
            <a:spLocks noGrp="1" noChangeArrowheads="1"/>
          </p:cNvSpPr>
          <p:nvPr>
            <p:ph type="title"/>
          </p:nvPr>
        </p:nvSpPr>
        <p:spPr>
          <a:xfrm>
            <a:off x="609600" y="282102"/>
            <a:ext cx="10972800" cy="1135536"/>
          </a:xfrm>
        </p:spPr>
        <p:txBody>
          <a:bodyPr/>
          <a:lstStyle/>
          <a:p>
            <a:r>
              <a:rPr lang="lv-LV" altLang="lv-LV" dirty="0">
                <a:solidFill>
                  <a:schemeClr val="accent2"/>
                </a:solidFill>
              </a:rPr>
              <a:t>Uzdevumi</a:t>
            </a:r>
          </a:p>
        </p:txBody>
      </p:sp>
    </p:spTree>
    <p:extLst>
      <p:ext uri="{BB962C8B-B14F-4D97-AF65-F5344CB8AC3E}">
        <p14:creationId xmlns:p14="http://schemas.microsoft.com/office/powerpoint/2010/main" val="173315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788DC9-BD69-4FCB-BB4A-DF4059D17C39}"/>
              </a:ext>
            </a:extLst>
          </p:cNvPr>
          <p:cNvSpPr>
            <a:spLocks noGrp="1"/>
          </p:cNvSpPr>
          <p:nvPr>
            <p:ph idx="1"/>
          </p:nvPr>
        </p:nvSpPr>
        <p:spPr>
          <a:xfrm>
            <a:off x="335360" y="879054"/>
            <a:ext cx="10972800" cy="4525963"/>
          </a:xfrm>
        </p:spPr>
        <p:txBody>
          <a:bodyPr/>
          <a:lstStyle/>
          <a:p>
            <a:pPr marL="0" lvl="0" indent="0">
              <a:spcBef>
                <a:spcPct val="0"/>
              </a:spcBef>
              <a:buNone/>
            </a:pPr>
            <a:r>
              <a:rPr lang="lv-LV" sz="2800" dirty="0"/>
              <a:t>3. </a:t>
            </a:r>
            <a:r>
              <a:rPr lang="lv-LV" altLang="lv-LV" sz="2800" dirty="0">
                <a:ea typeface="Calibri" panose="020F0502020204030204" pitchFamily="34" charset="0"/>
                <a:cs typeface="Times New Roman" panose="02020603050405020304" pitchFamily="18" charset="0"/>
              </a:rPr>
              <a:t>Eksperimenta rezultāti reakcijai </a:t>
            </a:r>
            <a:r>
              <a:rPr lang="en-GB" altLang="lv-LV" sz="2800" dirty="0">
                <a:ea typeface="Calibri" panose="020F0502020204030204" pitchFamily="34" charset="0"/>
                <a:cs typeface="Times New Roman" panose="02020603050405020304" pitchFamily="18" charset="0"/>
              </a:rPr>
              <a:t>A </a:t>
            </a:r>
            <a:r>
              <a:rPr lang="en-GB" altLang="lv-LV" sz="2800" dirty="0">
                <a:ea typeface="Calibri" panose="020F0502020204030204" pitchFamily="34" charset="0"/>
                <a:cs typeface="Times New Roman" panose="02020603050405020304" pitchFamily="18" charset="0"/>
                <a:sym typeface="Symbol" panose="05050102010706020507" pitchFamily="18" charset="2"/>
              </a:rPr>
              <a:t></a:t>
            </a:r>
            <a:r>
              <a:rPr lang="en-GB" altLang="lv-LV" sz="2800" dirty="0">
                <a:ea typeface="Calibri" panose="020F0502020204030204" pitchFamily="34" charset="0"/>
                <a:cs typeface="Times New Roman" panose="02020603050405020304" pitchFamily="18" charset="0"/>
              </a:rPr>
              <a:t> 2 B </a:t>
            </a:r>
            <a:r>
              <a:rPr lang="en-GB" altLang="lv-LV" sz="2800" dirty="0" err="1">
                <a:ea typeface="Calibri" panose="020F0502020204030204" pitchFamily="34" charset="0"/>
                <a:cs typeface="Times New Roman" panose="02020603050405020304" pitchFamily="18" charset="0"/>
              </a:rPr>
              <a:t>apkopoti</a:t>
            </a:r>
            <a:r>
              <a:rPr lang="en-GB" altLang="lv-LV" sz="2800" dirty="0">
                <a:ea typeface="Calibri" panose="020F0502020204030204" pitchFamily="34" charset="0"/>
                <a:cs typeface="Times New Roman" panose="02020603050405020304" pitchFamily="18" charset="0"/>
              </a:rPr>
              <a:t> </a:t>
            </a:r>
            <a:r>
              <a:rPr lang="en-GB" altLang="lv-LV" sz="2800" dirty="0" err="1">
                <a:ea typeface="Calibri" panose="020F0502020204030204" pitchFamily="34" charset="0"/>
                <a:cs typeface="Times New Roman" panose="02020603050405020304" pitchFamily="18" charset="0"/>
              </a:rPr>
              <a:t>tabulā</a:t>
            </a:r>
            <a:r>
              <a:rPr lang="en-GB" altLang="lv-LV" sz="2800" dirty="0">
                <a:ea typeface="Calibri" panose="020F0502020204030204" pitchFamily="34" charset="0"/>
                <a:cs typeface="Times New Roman" panose="02020603050405020304" pitchFamily="18" charset="0"/>
              </a:rPr>
              <a:t>:</a:t>
            </a:r>
            <a:endParaRPr lang="lv-LV" altLang="lv-LV" sz="2800" dirty="0">
              <a:ea typeface="Calibri" panose="020F0502020204030204" pitchFamily="34" charset="0"/>
              <a:cs typeface="Times New Roman" panose="02020603050405020304" pitchFamily="18" charset="0"/>
            </a:endParaRPr>
          </a:p>
          <a:p>
            <a:pPr marL="0" lvl="0" indent="0">
              <a:spcBef>
                <a:spcPct val="0"/>
              </a:spcBef>
              <a:buNone/>
            </a:pPr>
            <a:endParaRPr lang="lv-LV" altLang="lv-LV" sz="2800" dirty="0">
              <a:cs typeface="Times New Roman" panose="02020603050405020304" pitchFamily="18" charset="0"/>
              <a:sym typeface="Symbol" panose="05050102010706020507" pitchFamily="18" charset="2"/>
            </a:endParaRPr>
          </a:p>
          <a:p>
            <a:pPr marL="0" lvl="0" indent="0">
              <a:spcBef>
                <a:spcPct val="0"/>
              </a:spcBef>
              <a:buNone/>
            </a:pPr>
            <a:endParaRPr lang="lv-LV" altLang="lv-LV" sz="2800" dirty="0">
              <a:cs typeface="Times New Roman" panose="02020603050405020304" pitchFamily="18" charset="0"/>
              <a:sym typeface="Symbol" panose="05050102010706020507" pitchFamily="18" charset="2"/>
            </a:endParaRPr>
          </a:p>
          <a:p>
            <a:pPr marL="0" lvl="0" indent="0">
              <a:spcBef>
                <a:spcPct val="0"/>
              </a:spcBef>
              <a:buNone/>
            </a:pPr>
            <a:endParaRPr lang="lv-LV" altLang="lv-LV" sz="2800" dirty="0">
              <a:cs typeface="Times New Roman" panose="02020603050405020304" pitchFamily="18" charset="0"/>
              <a:sym typeface="Symbol" panose="05050102010706020507" pitchFamily="18" charset="2"/>
            </a:endParaRPr>
          </a:p>
          <a:p>
            <a:pPr marL="0" lvl="0" indent="0">
              <a:spcBef>
                <a:spcPct val="0"/>
              </a:spcBef>
              <a:buNone/>
            </a:pPr>
            <a:endParaRPr lang="lv-LV" altLang="lv-LV" sz="2800" dirty="0">
              <a:cs typeface="Times New Roman" panose="02020603050405020304" pitchFamily="18" charset="0"/>
              <a:sym typeface="Symbol" panose="05050102010706020507" pitchFamily="18" charset="2"/>
            </a:endParaRPr>
          </a:p>
          <a:p>
            <a:pPr marL="0" lvl="0" indent="0">
              <a:spcBef>
                <a:spcPct val="0"/>
              </a:spcBef>
              <a:buNone/>
            </a:pPr>
            <a:endParaRPr lang="lv-LV" altLang="lv-LV" sz="2800" dirty="0">
              <a:cs typeface="Times New Roman" panose="02020603050405020304" pitchFamily="18" charset="0"/>
              <a:sym typeface="Symbol" panose="05050102010706020507" pitchFamily="18" charset="2"/>
            </a:endParaRPr>
          </a:p>
          <a:p>
            <a:pPr marL="0" lvl="0" indent="0">
              <a:spcBef>
                <a:spcPct val="0"/>
              </a:spcBef>
              <a:buNone/>
            </a:pPr>
            <a:endParaRPr lang="lv-LV" altLang="lv-LV" sz="2800" dirty="0">
              <a:sym typeface="Symbol" panose="05050102010706020507" pitchFamily="18" charset="2"/>
            </a:endParaRPr>
          </a:p>
          <a:p>
            <a:pPr marL="0" lvl="0" indent="0">
              <a:spcBef>
                <a:spcPct val="0"/>
              </a:spcBef>
              <a:buNone/>
            </a:pPr>
            <a:r>
              <a:rPr lang="lv-LV" altLang="lv-LV" sz="2800" dirty="0">
                <a:ea typeface="Calibri" panose="020F0502020204030204" pitchFamily="34" charset="0"/>
                <a:cs typeface="Times New Roman" panose="02020603050405020304" pitchFamily="18" charset="0"/>
                <a:sym typeface="Symbol" panose="05050102010706020507" pitchFamily="18" charset="2"/>
              </a:rPr>
              <a:t>a) No dotajiem lielumiem uzzīmējiet grafiku vielas B koncentrācija atkarībā no laika!</a:t>
            </a:r>
            <a:endParaRPr lang="lv-LV" altLang="lv-LV" sz="2800" dirty="0">
              <a:sym typeface="Symbol" panose="05050102010706020507" pitchFamily="18" charset="2"/>
            </a:endParaRPr>
          </a:p>
          <a:p>
            <a:pPr marL="0" indent="0">
              <a:buNone/>
            </a:pPr>
            <a:endParaRPr lang="lv-LV" dirty="0"/>
          </a:p>
        </p:txBody>
      </p:sp>
      <p:sp>
        <p:nvSpPr>
          <p:cNvPr id="4" name="Slide Number Placeholder 3">
            <a:extLst>
              <a:ext uri="{FF2B5EF4-FFF2-40B4-BE49-F238E27FC236}">
                <a16:creationId xmlns:a16="http://schemas.microsoft.com/office/drawing/2014/main" id="{EB5CE8E6-26B6-493F-B481-72D06515EC27}"/>
              </a:ext>
            </a:extLst>
          </p:cNvPr>
          <p:cNvSpPr>
            <a:spLocks noGrp="1"/>
          </p:cNvSpPr>
          <p:nvPr>
            <p:ph type="sldNum" sz="quarter" idx="12"/>
          </p:nvPr>
        </p:nvSpPr>
        <p:spPr/>
        <p:txBody>
          <a:bodyPr/>
          <a:lstStyle/>
          <a:p>
            <a:fld id="{D3F750E3-4BAF-4FE4-BFA1-500D020F180D}" type="slidenum">
              <a:rPr lang="lv-LV" altLang="en-US" smtClean="0"/>
              <a:pPr/>
              <a:t>25</a:t>
            </a:fld>
            <a:endParaRPr lang="lv-LV" altLang="en-US"/>
          </a:p>
        </p:txBody>
      </p:sp>
      <p:sp>
        <p:nvSpPr>
          <p:cNvPr id="5" name="Title 1">
            <a:extLst>
              <a:ext uri="{FF2B5EF4-FFF2-40B4-BE49-F238E27FC236}">
                <a16:creationId xmlns:a16="http://schemas.microsoft.com/office/drawing/2014/main" id="{26D51722-F74D-4B63-B0EC-7969F12C0D84}"/>
              </a:ext>
            </a:extLst>
          </p:cNvPr>
          <p:cNvSpPr>
            <a:spLocks noGrp="1" noChangeArrowheads="1"/>
          </p:cNvSpPr>
          <p:nvPr>
            <p:ph type="title"/>
          </p:nvPr>
        </p:nvSpPr>
        <p:spPr>
          <a:xfrm>
            <a:off x="420716" y="340471"/>
            <a:ext cx="10972800" cy="503239"/>
          </a:xfrm>
        </p:spPr>
        <p:txBody>
          <a:bodyPr/>
          <a:lstStyle/>
          <a:p>
            <a:r>
              <a:rPr lang="lv-LV" altLang="lv-LV" dirty="0">
                <a:solidFill>
                  <a:schemeClr val="accent2"/>
                </a:solidFill>
              </a:rPr>
              <a:t>Uzdevumi</a:t>
            </a:r>
          </a:p>
        </p:txBody>
      </p:sp>
      <p:graphicFrame>
        <p:nvGraphicFramePr>
          <p:cNvPr id="7" name="Table 6">
            <a:extLst>
              <a:ext uri="{FF2B5EF4-FFF2-40B4-BE49-F238E27FC236}">
                <a16:creationId xmlns:a16="http://schemas.microsoft.com/office/drawing/2014/main" id="{4E3EBDCF-3E11-4E1B-B18A-8EB2081F5E50}"/>
              </a:ext>
            </a:extLst>
          </p:cNvPr>
          <p:cNvGraphicFramePr>
            <a:graphicFrameLocks noGrp="1"/>
          </p:cNvGraphicFramePr>
          <p:nvPr>
            <p:extLst/>
          </p:nvPr>
        </p:nvGraphicFramePr>
        <p:xfrm>
          <a:off x="3530852" y="1452983"/>
          <a:ext cx="4752528" cy="2229996"/>
        </p:xfrm>
        <a:graphic>
          <a:graphicData uri="http://schemas.openxmlformats.org/drawingml/2006/table">
            <a:tbl>
              <a:tblPr firstRow="1" firstCol="1" bandRow="1">
                <a:tableStyleId>{5C22544A-7EE6-4342-B048-85BDC9FD1C3A}</a:tableStyleId>
              </a:tblPr>
              <a:tblGrid>
                <a:gridCol w="2346802">
                  <a:extLst>
                    <a:ext uri="{9D8B030D-6E8A-4147-A177-3AD203B41FA5}">
                      <a16:colId xmlns:a16="http://schemas.microsoft.com/office/drawing/2014/main" val="3110801023"/>
                    </a:ext>
                  </a:extLst>
                </a:gridCol>
                <a:gridCol w="2405726">
                  <a:extLst>
                    <a:ext uri="{9D8B030D-6E8A-4147-A177-3AD203B41FA5}">
                      <a16:colId xmlns:a16="http://schemas.microsoft.com/office/drawing/2014/main" val="2615539986"/>
                    </a:ext>
                  </a:extLst>
                </a:gridCol>
              </a:tblGrid>
              <a:tr h="329671">
                <a:tc>
                  <a:txBody>
                    <a:bodyPr/>
                    <a:lstStyle/>
                    <a:p>
                      <a:pPr algn="ctr">
                        <a:lnSpc>
                          <a:spcPct val="107000"/>
                        </a:lnSpc>
                        <a:spcAft>
                          <a:spcPts val="0"/>
                        </a:spcAft>
                      </a:pPr>
                      <a:r>
                        <a:rPr lang="lv-LV" sz="2400" b="1" dirty="0">
                          <a:solidFill>
                            <a:schemeClr val="tx1"/>
                          </a:solidFill>
                          <a:effectLst/>
                        </a:rPr>
                        <a:t>Laiks, s</a:t>
                      </a:r>
                      <a:endParaRPr lang="lv-LV"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lv-LV" sz="2400" b="1" dirty="0">
                          <a:solidFill>
                            <a:schemeClr val="tx1"/>
                          </a:solidFill>
                          <a:effectLst/>
                        </a:rPr>
                        <a:t>[B], mol/L</a:t>
                      </a:r>
                      <a:endParaRPr lang="lv-LV"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82189491"/>
                  </a:ext>
                </a:extLst>
              </a:tr>
              <a:tr h="329671">
                <a:tc>
                  <a:txBody>
                    <a:bodyPr/>
                    <a:lstStyle/>
                    <a:p>
                      <a:pPr algn="ctr">
                        <a:lnSpc>
                          <a:spcPct val="107000"/>
                        </a:lnSpc>
                        <a:spcAft>
                          <a:spcPts val="0"/>
                        </a:spcAft>
                      </a:pPr>
                      <a:r>
                        <a:rPr lang="lv-LV" sz="2400" b="1">
                          <a:solidFill>
                            <a:schemeClr val="tx1"/>
                          </a:solidFill>
                          <a:effectLst/>
                        </a:rPr>
                        <a:t>0,00</a:t>
                      </a:r>
                      <a:endParaRPr lang="lv-LV" sz="24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lv-LV" sz="2400" b="1">
                          <a:solidFill>
                            <a:schemeClr val="tx1"/>
                          </a:solidFill>
                          <a:effectLst/>
                        </a:rPr>
                        <a:t>0,00</a:t>
                      </a:r>
                      <a:endParaRPr lang="lv-LV" sz="24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89092024"/>
                  </a:ext>
                </a:extLst>
              </a:tr>
              <a:tr h="329671">
                <a:tc>
                  <a:txBody>
                    <a:bodyPr/>
                    <a:lstStyle/>
                    <a:p>
                      <a:pPr algn="ctr">
                        <a:lnSpc>
                          <a:spcPct val="107000"/>
                        </a:lnSpc>
                        <a:spcAft>
                          <a:spcPts val="0"/>
                        </a:spcAft>
                      </a:pPr>
                      <a:r>
                        <a:rPr lang="lv-LV" sz="2400" b="1">
                          <a:solidFill>
                            <a:schemeClr val="tx1"/>
                          </a:solidFill>
                          <a:effectLst/>
                        </a:rPr>
                        <a:t>10,0</a:t>
                      </a:r>
                      <a:endParaRPr lang="lv-LV" sz="24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lv-LV" sz="2400" b="1">
                          <a:solidFill>
                            <a:schemeClr val="tx1"/>
                          </a:solidFill>
                          <a:effectLst/>
                        </a:rPr>
                        <a:t>0,326</a:t>
                      </a:r>
                      <a:endParaRPr lang="lv-LV" sz="24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49832459"/>
                  </a:ext>
                </a:extLst>
              </a:tr>
              <a:tr h="329671">
                <a:tc>
                  <a:txBody>
                    <a:bodyPr/>
                    <a:lstStyle/>
                    <a:p>
                      <a:pPr algn="ctr">
                        <a:lnSpc>
                          <a:spcPct val="107000"/>
                        </a:lnSpc>
                        <a:spcAft>
                          <a:spcPts val="0"/>
                        </a:spcAft>
                      </a:pPr>
                      <a:r>
                        <a:rPr lang="lv-LV" sz="2400" b="1">
                          <a:solidFill>
                            <a:schemeClr val="tx1"/>
                          </a:solidFill>
                          <a:effectLst/>
                        </a:rPr>
                        <a:t>20,0</a:t>
                      </a:r>
                      <a:endParaRPr lang="lv-LV" sz="24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lv-LV" sz="2400" b="1" dirty="0">
                          <a:solidFill>
                            <a:schemeClr val="tx1"/>
                          </a:solidFill>
                          <a:effectLst/>
                        </a:rPr>
                        <a:t>0,572</a:t>
                      </a:r>
                      <a:endParaRPr lang="lv-LV"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12855693"/>
                  </a:ext>
                </a:extLst>
              </a:tr>
              <a:tr h="329671">
                <a:tc>
                  <a:txBody>
                    <a:bodyPr/>
                    <a:lstStyle/>
                    <a:p>
                      <a:pPr algn="ctr">
                        <a:lnSpc>
                          <a:spcPct val="107000"/>
                        </a:lnSpc>
                        <a:spcAft>
                          <a:spcPts val="0"/>
                        </a:spcAft>
                      </a:pPr>
                      <a:r>
                        <a:rPr lang="lv-LV" sz="2400" b="1">
                          <a:solidFill>
                            <a:schemeClr val="tx1"/>
                          </a:solidFill>
                          <a:effectLst/>
                        </a:rPr>
                        <a:t>30,0</a:t>
                      </a:r>
                      <a:endParaRPr lang="lv-LV" sz="24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lv-LV" sz="2400" b="1">
                          <a:solidFill>
                            <a:schemeClr val="tx1"/>
                          </a:solidFill>
                          <a:effectLst/>
                        </a:rPr>
                        <a:t>0,750</a:t>
                      </a:r>
                      <a:endParaRPr lang="lv-LV" sz="24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0562274"/>
                  </a:ext>
                </a:extLst>
              </a:tr>
              <a:tr h="329671">
                <a:tc>
                  <a:txBody>
                    <a:bodyPr/>
                    <a:lstStyle/>
                    <a:p>
                      <a:pPr algn="ctr">
                        <a:lnSpc>
                          <a:spcPct val="107000"/>
                        </a:lnSpc>
                        <a:spcAft>
                          <a:spcPts val="0"/>
                        </a:spcAft>
                      </a:pPr>
                      <a:r>
                        <a:rPr lang="lv-LV" sz="2400" b="1">
                          <a:solidFill>
                            <a:schemeClr val="tx1"/>
                          </a:solidFill>
                          <a:effectLst/>
                        </a:rPr>
                        <a:t>40,0</a:t>
                      </a:r>
                      <a:endParaRPr lang="lv-LV" sz="24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lv-LV" sz="2400" b="1" dirty="0">
                          <a:solidFill>
                            <a:schemeClr val="tx1"/>
                          </a:solidFill>
                          <a:effectLst/>
                        </a:rPr>
                        <a:t>0,890</a:t>
                      </a:r>
                      <a:endParaRPr lang="lv-LV"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16475390"/>
                  </a:ext>
                </a:extLst>
              </a:tr>
            </a:tbl>
          </a:graphicData>
        </a:graphic>
      </p:graphicFrame>
    </p:spTree>
    <p:extLst>
      <p:ext uri="{BB962C8B-B14F-4D97-AF65-F5344CB8AC3E}">
        <p14:creationId xmlns:p14="http://schemas.microsoft.com/office/powerpoint/2010/main" val="9615631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788DC9-BD69-4FCB-BB4A-DF4059D17C39}"/>
              </a:ext>
            </a:extLst>
          </p:cNvPr>
          <p:cNvSpPr>
            <a:spLocks noGrp="1"/>
          </p:cNvSpPr>
          <p:nvPr>
            <p:ph idx="1"/>
          </p:nvPr>
        </p:nvSpPr>
        <p:spPr>
          <a:xfrm>
            <a:off x="551384" y="1052736"/>
            <a:ext cx="10972800" cy="4525963"/>
          </a:xfrm>
        </p:spPr>
        <p:txBody>
          <a:bodyPr/>
          <a:lstStyle/>
          <a:p>
            <a:pPr marL="0" lvl="0" indent="0">
              <a:spcBef>
                <a:spcPct val="0"/>
              </a:spcBef>
              <a:buNone/>
            </a:pPr>
            <a:r>
              <a:rPr lang="lv-LV" sz="2800" dirty="0"/>
              <a:t>3. </a:t>
            </a:r>
            <a:r>
              <a:rPr lang="lv-LV" altLang="lv-LV" sz="2800" dirty="0">
                <a:ea typeface="Calibri" panose="020F0502020204030204" pitchFamily="34" charset="0"/>
                <a:cs typeface="Times New Roman" panose="02020603050405020304" pitchFamily="18" charset="0"/>
                <a:sym typeface="Symbol" panose="05050102010706020507" pitchFamily="18" charset="2"/>
              </a:rPr>
              <a:t>b) Aprēķiniet vielas B veidošanās vidējo ātrumu katrā 10 sekunžu intervālā no 0,00 līdz 40,0 s! Ko variet secināt, salīdzinot iegūtos lielumus?</a:t>
            </a:r>
          </a:p>
          <a:p>
            <a:pPr marL="0" lvl="0" indent="0">
              <a:spcBef>
                <a:spcPct val="0"/>
              </a:spcBef>
              <a:buNone/>
            </a:pPr>
            <a:endParaRPr lang="lv-LV" altLang="lv-LV" sz="2800" dirty="0">
              <a:cs typeface="Times New Roman" panose="02020603050405020304" pitchFamily="18" charset="0"/>
              <a:sym typeface="Symbol" panose="05050102010706020507" pitchFamily="18" charset="2"/>
            </a:endParaRPr>
          </a:p>
          <a:p>
            <a:pPr marL="0" lvl="0" indent="0">
              <a:spcBef>
                <a:spcPct val="0"/>
              </a:spcBef>
              <a:buNone/>
            </a:pPr>
            <a:endParaRPr lang="lv-LV" altLang="lv-LV" sz="2800" dirty="0">
              <a:cs typeface="Times New Roman" panose="02020603050405020304" pitchFamily="18" charset="0"/>
              <a:sym typeface="Symbol" panose="05050102010706020507" pitchFamily="18" charset="2"/>
            </a:endParaRPr>
          </a:p>
          <a:p>
            <a:pPr marL="0" lvl="0" indent="0">
              <a:spcBef>
                <a:spcPct val="0"/>
              </a:spcBef>
              <a:buNone/>
            </a:pPr>
            <a:endParaRPr lang="lv-LV" altLang="lv-LV" sz="2800" dirty="0">
              <a:cs typeface="Times New Roman" panose="02020603050405020304" pitchFamily="18" charset="0"/>
              <a:sym typeface="Symbol" panose="05050102010706020507" pitchFamily="18" charset="2"/>
            </a:endParaRPr>
          </a:p>
          <a:p>
            <a:pPr marL="0" lvl="0" indent="0">
              <a:spcBef>
                <a:spcPct val="0"/>
              </a:spcBef>
              <a:buNone/>
            </a:pPr>
            <a:endParaRPr lang="lv-LV" altLang="lv-LV" sz="2800" dirty="0">
              <a:sym typeface="Symbol" panose="05050102010706020507" pitchFamily="18" charset="2"/>
            </a:endParaRPr>
          </a:p>
          <a:p>
            <a:pPr marL="0" lvl="0" indent="0">
              <a:spcBef>
                <a:spcPct val="0"/>
              </a:spcBef>
              <a:buNone/>
            </a:pPr>
            <a:r>
              <a:rPr lang="lv-LV" altLang="lv-LV" sz="2800" dirty="0">
                <a:ea typeface="Calibri" panose="020F0502020204030204" pitchFamily="34" charset="0"/>
                <a:cs typeface="Times New Roman" panose="02020603050405020304" pitchFamily="18" charset="0"/>
                <a:sym typeface="Symbol" panose="05050102010706020507" pitchFamily="18" charset="2"/>
              </a:rPr>
              <a:t>c) Kā [A] izmaiņu ātrums ir saistīts ar [B] izmaiņu ātrumu katrā laika intervālā? Aprēķiniet [A] izmaiņu ātrumu laika intervālā no 10,0 līdz 20,0 s!</a:t>
            </a:r>
          </a:p>
          <a:p>
            <a:pPr marL="0" indent="0">
              <a:buNone/>
            </a:pPr>
            <a:endParaRPr lang="lv-LV" dirty="0"/>
          </a:p>
        </p:txBody>
      </p:sp>
      <p:sp>
        <p:nvSpPr>
          <p:cNvPr id="4" name="Slide Number Placeholder 3">
            <a:extLst>
              <a:ext uri="{FF2B5EF4-FFF2-40B4-BE49-F238E27FC236}">
                <a16:creationId xmlns:a16="http://schemas.microsoft.com/office/drawing/2014/main" id="{EB5CE8E6-26B6-493F-B481-72D06515EC27}"/>
              </a:ext>
            </a:extLst>
          </p:cNvPr>
          <p:cNvSpPr>
            <a:spLocks noGrp="1"/>
          </p:cNvSpPr>
          <p:nvPr>
            <p:ph type="sldNum" sz="quarter" idx="12"/>
          </p:nvPr>
        </p:nvSpPr>
        <p:spPr/>
        <p:txBody>
          <a:bodyPr/>
          <a:lstStyle/>
          <a:p>
            <a:fld id="{D3F750E3-4BAF-4FE4-BFA1-500D020F180D}" type="slidenum">
              <a:rPr lang="lv-LV" altLang="en-US" smtClean="0"/>
              <a:pPr/>
              <a:t>26</a:t>
            </a:fld>
            <a:endParaRPr lang="lv-LV" altLang="en-US"/>
          </a:p>
        </p:txBody>
      </p:sp>
      <p:sp>
        <p:nvSpPr>
          <p:cNvPr id="5" name="Title 1">
            <a:extLst>
              <a:ext uri="{FF2B5EF4-FFF2-40B4-BE49-F238E27FC236}">
                <a16:creationId xmlns:a16="http://schemas.microsoft.com/office/drawing/2014/main" id="{26D51722-F74D-4B63-B0EC-7969F12C0D84}"/>
              </a:ext>
            </a:extLst>
          </p:cNvPr>
          <p:cNvSpPr>
            <a:spLocks noGrp="1" noChangeArrowheads="1"/>
          </p:cNvSpPr>
          <p:nvPr>
            <p:ph type="title"/>
          </p:nvPr>
        </p:nvSpPr>
        <p:spPr>
          <a:xfrm>
            <a:off x="609600" y="188640"/>
            <a:ext cx="10972800" cy="685802"/>
          </a:xfrm>
        </p:spPr>
        <p:txBody>
          <a:bodyPr/>
          <a:lstStyle/>
          <a:p>
            <a:r>
              <a:rPr lang="lv-LV" altLang="lv-LV" dirty="0">
                <a:solidFill>
                  <a:schemeClr val="accent2"/>
                </a:solidFill>
              </a:rPr>
              <a:t>Uzdevumi</a:t>
            </a:r>
          </a:p>
        </p:txBody>
      </p:sp>
    </p:spTree>
    <p:extLst>
      <p:ext uri="{BB962C8B-B14F-4D97-AF65-F5344CB8AC3E}">
        <p14:creationId xmlns:p14="http://schemas.microsoft.com/office/powerpoint/2010/main" val="165106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788DC9-BD69-4FCB-BB4A-DF4059D17C39}"/>
              </a:ext>
            </a:extLst>
          </p:cNvPr>
          <p:cNvSpPr>
            <a:spLocks noGrp="1"/>
          </p:cNvSpPr>
          <p:nvPr>
            <p:ph idx="1"/>
          </p:nvPr>
        </p:nvSpPr>
        <p:spPr>
          <a:xfrm>
            <a:off x="462608" y="1123951"/>
            <a:ext cx="10972800" cy="4525963"/>
          </a:xfrm>
        </p:spPr>
        <p:txBody>
          <a:bodyPr/>
          <a:lstStyle/>
          <a:p>
            <a:pPr marL="0" indent="0">
              <a:buNone/>
            </a:pPr>
            <a:r>
              <a:rPr lang="lv-LV" sz="2400"/>
              <a:t>4</a:t>
            </a:r>
            <a:r>
              <a:rPr lang="en-GB" sz="2400"/>
              <a:t>. </a:t>
            </a:r>
            <a:r>
              <a:rPr lang="en-GB" sz="2400" dirty="0" err="1"/>
              <a:t>Nitrozilbromīdu</a:t>
            </a:r>
            <a:r>
              <a:rPr lang="en-GB" sz="2400" dirty="0"/>
              <a:t>, </a:t>
            </a:r>
            <a:r>
              <a:rPr lang="en-GB" sz="2400" dirty="0" err="1"/>
              <a:t>NOBr</a:t>
            </a:r>
            <a:r>
              <a:rPr lang="en-GB" sz="2400" dirty="0"/>
              <a:t>, </a:t>
            </a:r>
            <a:r>
              <a:rPr lang="en-GB" sz="2400" dirty="0" err="1"/>
              <a:t>iegūst</a:t>
            </a:r>
            <a:r>
              <a:rPr lang="en-GB" sz="2400" dirty="0"/>
              <a:t> </a:t>
            </a:r>
            <a:r>
              <a:rPr lang="en-GB" sz="2400" dirty="0" err="1"/>
              <a:t>reakcijā</a:t>
            </a:r>
            <a:r>
              <a:rPr lang="en-GB" sz="2400" dirty="0"/>
              <a:t> </a:t>
            </a:r>
            <a:r>
              <a:rPr lang="en-GB" sz="2400" dirty="0" err="1"/>
              <a:t>starp</a:t>
            </a:r>
            <a:r>
              <a:rPr lang="en-GB" sz="2400" dirty="0"/>
              <a:t> </a:t>
            </a:r>
            <a:r>
              <a:rPr lang="en-GB" sz="2400" dirty="0" err="1"/>
              <a:t>slāpekļa</a:t>
            </a:r>
            <a:r>
              <a:rPr lang="en-GB" sz="2400" dirty="0"/>
              <a:t>(II) </a:t>
            </a:r>
            <a:r>
              <a:rPr lang="en-GB" sz="2400" dirty="0" err="1"/>
              <a:t>oksīdu</a:t>
            </a:r>
            <a:r>
              <a:rPr lang="en-GB" sz="2400" dirty="0"/>
              <a:t> un </a:t>
            </a:r>
            <a:r>
              <a:rPr lang="en-GB" sz="2400" dirty="0" err="1"/>
              <a:t>bromu</a:t>
            </a:r>
            <a:r>
              <a:rPr lang="en-GB" sz="2400" dirty="0"/>
              <a:t>:</a:t>
            </a:r>
            <a:r>
              <a:rPr lang="lv-LV" sz="2400" dirty="0"/>
              <a:t>  	</a:t>
            </a:r>
          </a:p>
          <a:p>
            <a:pPr marL="0" indent="0">
              <a:buNone/>
            </a:pPr>
            <a:r>
              <a:rPr lang="lv-LV" sz="2400" dirty="0"/>
              <a:t>			  </a:t>
            </a:r>
            <a:r>
              <a:rPr lang="en-GB" sz="2400" b="1" dirty="0"/>
              <a:t>2 NO</a:t>
            </a:r>
            <a:r>
              <a:rPr lang="en-GB" sz="2400" b="1" baseline="-25000" dirty="0"/>
              <a:t>(g)</a:t>
            </a:r>
            <a:r>
              <a:rPr lang="en-GB" sz="2400" b="1" dirty="0"/>
              <a:t> + Br</a:t>
            </a:r>
            <a:r>
              <a:rPr lang="en-GB" sz="2400" b="1" baseline="-25000" dirty="0"/>
              <a:t>2(g)</a:t>
            </a:r>
            <a:r>
              <a:rPr lang="en-GB" sz="2400" b="1" dirty="0"/>
              <a:t> </a:t>
            </a:r>
            <a:r>
              <a:rPr lang="en-GB" sz="2400" b="1" dirty="0">
                <a:sym typeface="Symbol" panose="05050102010706020507" pitchFamily="18" charset="2"/>
              </a:rPr>
              <a:t></a:t>
            </a:r>
            <a:r>
              <a:rPr lang="en-GB" sz="2400" b="1" dirty="0"/>
              <a:t> 2 </a:t>
            </a:r>
            <a:r>
              <a:rPr lang="en-GB" sz="2400" b="1" dirty="0" err="1"/>
              <a:t>NOBr</a:t>
            </a:r>
            <a:r>
              <a:rPr lang="en-GB" sz="2400" b="1" baseline="-25000" dirty="0"/>
              <a:t> (g)</a:t>
            </a:r>
            <a:r>
              <a:rPr lang="en-GB" sz="2400" b="1" dirty="0"/>
              <a:t> </a:t>
            </a:r>
            <a:br>
              <a:rPr lang="lv-LV" sz="2400" dirty="0"/>
            </a:br>
            <a:r>
              <a:rPr lang="en-GB" sz="2400" dirty="0"/>
              <a:t>a) </a:t>
            </a:r>
            <a:r>
              <a:rPr lang="en-GB" sz="2400" dirty="0" err="1"/>
              <a:t>Uzraksti</a:t>
            </a:r>
            <a:r>
              <a:rPr lang="en-GB" sz="2400" dirty="0"/>
              <a:t> </a:t>
            </a:r>
            <a:r>
              <a:rPr lang="en-GB" sz="2400" dirty="0" err="1"/>
              <a:t>reakcijas</a:t>
            </a:r>
            <a:r>
              <a:rPr lang="en-GB" sz="2400" dirty="0"/>
              <a:t> </a:t>
            </a:r>
            <a:r>
              <a:rPr lang="en-GB" sz="2400" dirty="0" err="1"/>
              <a:t>ātruma</a:t>
            </a:r>
            <a:r>
              <a:rPr lang="en-GB" sz="2400" dirty="0"/>
              <a:t> </a:t>
            </a:r>
            <a:r>
              <a:rPr lang="en-GB" sz="2400" dirty="0" err="1"/>
              <a:t>izteiksmi</a:t>
            </a:r>
            <a:r>
              <a:rPr lang="en-GB" sz="2400" dirty="0"/>
              <a:t> </a:t>
            </a:r>
            <a:r>
              <a:rPr lang="en-GB" sz="2400" dirty="0" err="1"/>
              <a:t>dotajai</a:t>
            </a:r>
            <a:r>
              <a:rPr lang="en-GB" sz="2400" dirty="0"/>
              <a:t> </a:t>
            </a:r>
            <a:r>
              <a:rPr lang="en-GB" sz="2400" dirty="0" err="1"/>
              <a:t>reakcijai</a:t>
            </a:r>
            <a:r>
              <a:rPr lang="en-GB" sz="2400" dirty="0"/>
              <a:t>! </a:t>
            </a:r>
            <a:r>
              <a:rPr lang="lv-LV" sz="2400" dirty="0"/>
              <a:t>          			</a:t>
            </a:r>
            <a:br>
              <a:rPr lang="lv-LV" sz="2400" dirty="0"/>
            </a:br>
            <a:r>
              <a:rPr lang="en-GB" sz="2400" dirty="0"/>
              <a:t>b) </a:t>
            </a:r>
            <a:r>
              <a:rPr lang="en-GB" sz="2400" dirty="0" err="1"/>
              <a:t>Kāda</a:t>
            </a:r>
            <a:r>
              <a:rPr lang="en-GB" sz="2400" dirty="0"/>
              <a:t> </a:t>
            </a:r>
            <a:r>
              <a:rPr lang="en-GB" sz="2400" dirty="0" err="1"/>
              <a:t>ir</a:t>
            </a:r>
            <a:r>
              <a:rPr lang="en-GB" sz="2400" dirty="0"/>
              <a:t> </a:t>
            </a:r>
            <a:r>
              <a:rPr lang="en-GB" sz="2400" dirty="0" err="1"/>
              <a:t>reakcijas</a:t>
            </a:r>
            <a:r>
              <a:rPr lang="en-GB" sz="2400" dirty="0"/>
              <a:t> </a:t>
            </a:r>
            <a:r>
              <a:rPr lang="en-GB" sz="2400" dirty="0" err="1"/>
              <a:t>kopējā</a:t>
            </a:r>
            <a:r>
              <a:rPr lang="en-GB" sz="2400" dirty="0"/>
              <a:t> </a:t>
            </a:r>
            <a:r>
              <a:rPr lang="en-GB" sz="2400" dirty="0" err="1"/>
              <a:t>pakāpe</a:t>
            </a:r>
            <a:r>
              <a:rPr lang="en-GB" sz="2400" dirty="0"/>
              <a:t>?</a:t>
            </a:r>
            <a:r>
              <a:rPr lang="lv-LV" sz="2400" dirty="0"/>
              <a:t>		</a:t>
            </a:r>
          </a:p>
          <a:p>
            <a:pPr marL="0" indent="0">
              <a:buNone/>
            </a:pPr>
            <a:r>
              <a:rPr lang="lv-LV" sz="2400" dirty="0"/>
              <a:t>	</a:t>
            </a:r>
            <a:br>
              <a:rPr lang="lv-LV" sz="2400" dirty="0"/>
            </a:br>
            <a:r>
              <a:rPr lang="en-GB" sz="2400" dirty="0"/>
              <a:t>c) </a:t>
            </a:r>
            <a:r>
              <a:rPr lang="en-GB" sz="2400" dirty="0" err="1"/>
              <a:t>Kā</a:t>
            </a:r>
            <a:r>
              <a:rPr lang="en-GB" sz="2400" dirty="0"/>
              <a:t> </a:t>
            </a:r>
            <a:r>
              <a:rPr lang="en-GB" sz="2400" dirty="0" err="1"/>
              <a:t>mainīsies</a:t>
            </a:r>
            <a:r>
              <a:rPr lang="en-GB" sz="2400" dirty="0"/>
              <a:t> </a:t>
            </a:r>
            <a:r>
              <a:rPr lang="en-GB" sz="2400" dirty="0" err="1"/>
              <a:t>reakcijas</a:t>
            </a:r>
            <a:r>
              <a:rPr lang="en-GB" sz="2400" dirty="0"/>
              <a:t> </a:t>
            </a:r>
            <a:r>
              <a:rPr lang="en-GB" sz="2400" dirty="0" err="1"/>
              <a:t>sākuma</a:t>
            </a:r>
            <a:r>
              <a:rPr lang="en-GB" sz="2400" dirty="0"/>
              <a:t> </a:t>
            </a:r>
            <a:r>
              <a:rPr lang="en-GB" sz="2400" dirty="0" err="1"/>
              <a:t>ātrums</a:t>
            </a:r>
            <a:r>
              <a:rPr lang="en-GB" sz="2400" dirty="0"/>
              <a:t>, </a:t>
            </a:r>
            <a:r>
              <a:rPr lang="en-GB" sz="2400" dirty="0" err="1"/>
              <a:t>ja</a:t>
            </a:r>
            <a:r>
              <a:rPr lang="en-GB" sz="2400" dirty="0"/>
              <a:t> Br</a:t>
            </a:r>
            <a:r>
              <a:rPr lang="en-GB" sz="2400" baseline="-25000" dirty="0"/>
              <a:t>2</a:t>
            </a:r>
            <a:r>
              <a:rPr lang="en-GB" sz="2400" dirty="0"/>
              <a:t> </a:t>
            </a:r>
            <a:r>
              <a:rPr lang="en-GB" sz="2400" dirty="0" err="1"/>
              <a:t>koncentrāciju</a:t>
            </a:r>
            <a:r>
              <a:rPr lang="en-GB" sz="2400" dirty="0"/>
              <a:t> no 0,0022 mol/L </a:t>
            </a:r>
            <a:r>
              <a:rPr lang="en-GB" sz="2400" dirty="0" err="1"/>
              <a:t>palielinās</a:t>
            </a:r>
            <a:r>
              <a:rPr lang="en-GB" sz="2400" dirty="0"/>
              <a:t> </a:t>
            </a:r>
            <a:r>
              <a:rPr lang="en-GB" sz="2400" dirty="0" err="1"/>
              <a:t>līdz</a:t>
            </a:r>
            <a:r>
              <a:rPr lang="en-GB" sz="2400" dirty="0"/>
              <a:t> 0,0066 mol/L? </a:t>
            </a:r>
            <a:endParaRPr lang="lv-LV" sz="2400" dirty="0"/>
          </a:p>
          <a:p>
            <a:pPr marL="0" indent="0">
              <a:buNone/>
            </a:pPr>
            <a:br>
              <a:rPr lang="lv-LV" sz="2400" b="1" dirty="0"/>
            </a:br>
            <a:r>
              <a:rPr lang="lv-LV" sz="2400" dirty="0"/>
              <a:t>d</a:t>
            </a:r>
            <a:r>
              <a:rPr lang="en-GB" sz="2400" dirty="0"/>
              <a:t>) </a:t>
            </a:r>
            <a:r>
              <a:rPr lang="en-GB" sz="2400" dirty="0" err="1"/>
              <a:t>Kā</a:t>
            </a:r>
            <a:r>
              <a:rPr lang="en-GB" sz="2400" dirty="0"/>
              <a:t> </a:t>
            </a:r>
            <a:r>
              <a:rPr lang="en-GB" sz="2400" dirty="0" err="1"/>
              <a:t>mainīsies</a:t>
            </a:r>
            <a:r>
              <a:rPr lang="en-GB" sz="2400" dirty="0"/>
              <a:t> </a:t>
            </a:r>
            <a:r>
              <a:rPr lang="en-GB" sz="2400" dirty="0" err="1"/>
              <a:t>reakcijas</a:t>
            </a:r>
            <a:r>
              <a:rPr lang="en-GB" sz="2400" dirty="0"/>
              <a:t> </a:t>
            </a:r>
            <a:r>
              <a:rPr lang="en-GB" sz="2400" dirty="0" err="1"/>
              <a:t>sākuma</a:t>
            </a:r>
            <a:r>
              <a:rPr lang="en-GB" sz="2400" dirty="0"/>
              <a:t> </a:t>
            </a:r>
            <a:r>
              <a:rPr lang="en-GB" sz="2400" dirty="0" err="1"/>
              <a:t>ātrums</a:t>
            </a:r>
            <a:r>
              <a:rPr lang="en-GB" sz="2400" dirty="0"/>
              <a:t>, </a:t>
            </a:r>
            <a:r>
              <a:rPr lang="en-GB" sz="2400" dirty="0" err="1"/>
              <a:t>ja</a:t>
            </a:r>
            <a:r>
              <a:rPr lang="lv-LV" sz="2400" dirty="0"/>
              <a:t> NO </a:t>
            </a:r>
            <a:r>
              <a:rPr lang="en-GB" sz="2400" dirty="0" err="1"/>
              <a:t>koncentrāciju</a:t>
            </a:r>
            <a:r>
              <a:rPr lang="en-GB" sz="2400" dirty="0"/>
              <a:t> no 0,00</a:t>
            </a:r>
            <a:r>
              <a:rPr lang="lv-LV" sz="2400" dirty="0"/>
              <a:t>30</a:t>
            </a:r>
            <a:r>
              <a:rPr lang="en-GB" sz="2400" dirty="0"/>
              <a:t> mol/L </a:t>
            </a:r>
            <a:r>
              <a:rPr lang="en-GB" sz="2400" dirty="0" err="1"/>
              <a:t>palielinās</a:t>
            </a:r>
            <a:r>
              <a:rPr lang="en-GB" sz="2400" dirty="0"/>
              <a:t> </a:t>
            </a:r>
            <a:r>
              <a:rPr lang="en-GB" sz="2400" dirty="0" err="1"/>
              <a:t>līdz</a:t>
            </a:r>
            <a:r>
              <a:rPr lang="en-GB" sz="2400" dirty="0"/>
              <a:t> 0,006</a:t>
            </a:r>
            <a:r>
              <a:rPr lang="lv-LV" sz="2400" dirty="0"/>
              <a:t>0</a:t>
            </a:r>
            <a:r>
              <a:rPr lang="en-GB" sz="2400" dirty="0"/>
              <a:t> mol/L?</a:t>
            </a:r>
            <a:endParaRPr lang="lv-LV" sz="2400" dirty="0"/>
          </a:p>
          <a:p>
            <a:pPr marL="0" indent="0">
              <a:buNone/>
            </a:pPr>
            <a:br>
              <a:rPr lang="lv-LV" sz="2400" dirty="0"/>
            </a:br>
            <a:r>
              <a:rPr lang="lv-LV" sz="2400" dirty="0"/>
              <a:t>e</a:t>
            </a:r>
            <a:r>
              <a:rPr lang="en-GB" sz="2400" dirty="0"/>
              <a:t>) </a:t>
            </a:r>
            <a:r>
              <a:rPr lang="en-GB" sz="2400" dirty="0" err="1"/>
              <a:t>Nosaki</a:t>
            </a:r>
            <a:r>
              <a:rPr lang="en-GB" sz="2400" dirty="0"/>
              <a:t>, </a:t>
            </a:r>
            <a:r>
              <a:rPr lang="en-GB" sz="2400" dirty="0" err="1"/>
              <a:t>kāda</a:t>
            </a:r>
            <a:r>
              <a:rPr lang="en-GB" sz="2400" dirty="0"/>
              <a:t> </a:t>
            </a:r>
            <a:r>
              <a:rPr lang="en-GB" sz="2400" dirty="0" err="1"/>
              <a:t>ir</a:t>
            </a:r>
            <a:r>
              <a:rPr lang="en-GB" sz="2400" dirty="0"/>
              <a:t> </a:t>
            </a:r>
            <a:r>
              <a:rPr lang="en-GB" sz="2400" dirty="0" err="1"/>
              <a:t>reakcijas</a:t>
            </a:r>
            <a:r>
              <a:rPr lang="en-GB" sz="2400" dirty="0"/>
              <a:t> </a:t>
            </a:r>
            <a:r>
              <a:rPr lang="en-GB" sz="2400" dirty="0" err="1"/>
              <a:t>ātruma</a:t>
            </a:r>
            <a:r>
              <a:rPr lang="en-GB" sz="2400" dirty="0"/>
              <a:t> </a:t>
            </a:r>
            <a:r>
              <a:rPr lang="en-GB" sz="2400" dirty="0" err="1"/>
              <a:t>konstantes</a:t>
            </a:r>
            <a:r>
              <a:rPr lang="en-GB" sz="2400" dirty="0"/>
              <a:t> </a:t>
            </a:r>
            <a:r>
              <a:rPr lang="en-GB" sz="2400" dirty="0" err="1"/>
              <a:t>mērvienība</a:t>
            </a:r>
            <a:r>
              <a:rPr lang="en-GB" sz="2400" dirty="0"/>
              <a:t>?</a:t>
            </a:r>
            <a:endParaRPr lang="lv-LV" sz="2400" dirty="0"/>
          </a:p>
          <a:p>
            <a:endParaRPr lang="lv-LV" sz="2400" dirty="0"/>
          </a:p>
        </p:txBody>
      </p:sp>
      <p:sp>
        <p:nvSpPr>
          <p:cNvPr id="4" name="Slide Number Placeholder 3">
            <a:extLst>
              <a:ext uri="{FF2B5EF4-FFF2-40B4-BE49-F238E27FC236}">
                <a16:creationId xmlns:a16="http://schemas.microsoft.com/office/drawing/2014/main" id="{EB5CE8E6-26B6-493F-B481-72D06515EC27}"/>
              </a:ext>
            </a:extLst>
          </p:cNvPr>
          <p:cNvSpPr>
            <a:spLocks noGrp="1"/>
          </p:cNvSpPr>
          <p:nvPr>
            <p:ph type="sldNum" sz="quarter" idx="12"/>
          </p:nvPr>
        </p:nvSpPr>
        <p:spPr/>
        <p:txBody>
          <a:bodyPr/>
          <a:lstStyle/>
          <a:p>
            <a:fld id="{D3F750E3-4BAF-4FE4-BFA1-500D020F180D}" type="slidenum">
              <a:rPr lang="lv-LV" altLang="en-US" smtClean="0"/>
              <a:pPr/>
              <a:t>27</a:t>
            </a:fld>
            <a:endParaRPr lang="lv-LV" altLang="en-US" dirty="0"/>
          </a:p>
        </p:txBody>
      </p:sp>
      <p:sp>
        <p:nvSpPr>
          <p:cNvPr id="5" name="Title 1">
            <a:extLst>
              <a:ext uri="{FF2B5EF4-FFF2-40B4-BE49-F238E27FC236}">
                <a16:creationId xmlns:a16="http://schemas.microsoft.com/office/drawing/2014/main" id="{26D51722-F74D-4B63-B0EC-7969F12C0D84}"/>
              </a:ext>
            </a:extLst>
          </p:cNvPr>
          <p:cNvSpPr>
            <a:spLocks noGrp="1" noChangeArrowheads="1"/>
          </p:cNvSpPr>
          <p:nvPr>
            <p:ph type="title"/>
          </p:nvPr>
        </p:nvSpPr>
        <p:spPr>
          <a:xfrm>
            <a:off x="551384" y="260648"/>
            <a:ext cx="11103024" cy="685802"/>
          </a:xfrm>
        </p:spPr>
        <p:txBody>
          <a:bodyPr/>
          <a:lstStyle/>
          <a:p>
            <a:r>
              <a:rPr lang="lv-LV" altLang="lv-LV" dirty="0">
                <a:solidFill>
                  <a:schemeClr val="accent2"/>
                </a:solidFill>
              </a:rPr>
              <a:t>Uzdevumi</a:t>
            </a:r>
          </a:p>
        </p:txBody>
      </p:sp>
    </p:spTree>
    <p:extLst>
      <p:ext uri="{BB962C8B-B14F-4D97-AF65-F5344CB8AC3E}">
        <p14:creationId xmlns:p14="http://schemas.microsoft.com/office/powerpoint/2010/main" val="2360265610"/>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Iestād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ē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Iestād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estād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ē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Iestād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estād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14196</TotalTime>
  <Words>1539</Words>
  <Application>Microsoft Office PowerPoint</Application>
  <PresentationFormat>Widescreen</PresentationFormat>
  <Paragraphs>245</Paragraphs>
  <Slides>27</Slides>
  <Notes>12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27</vt:i4>
      </vt:variant>
    </vt:vector>
  </HeadingPairs>
  <TitlesOfParts>
    <vt:vector size="39" baseType="lpstr">
      <vt:lpstr>Arial</vt:lpstr>
      <vt:lpstr>Calibri</vt:lpstr>
      <vt:lpstr>Cambria Math</vt:lpstr>
      <vt:lpstr>ff958</vt:lpstr>
      <vt:lpstr>Roboto</vt:lpstr>
      <vt:lpstr>Symbol</vt:lpstr>
      <vt:lpstr>Times</vt:lpstr>
      <vt:lpstr>Times New Roman</vt:lpstr>
      <vt:lpstr>Wingdings</vt:lpstr>
      <vt:lpstr>Default Design</vt:lpstr>
      <vt:lpstr>Vienādojums</vt:lpstr>
      <vt:lpstr>Equation</vt:lpstr>
      <vt:lpstr>ĶĪMISKĀ KINĒTIKA</vt:lpstr>
      <vt:lpstr>Sasniedzamais rezultāts</vt:lpstr>
      <vt:lpstr>PowerPoint Presentation</vt:lpstr>
      <vt:lpstr>Dažādi ātrumi ikdienā</vt:lpstr>
      <vt:lpstr>Reakcijas ātrums</vt:lpstr>
      <vt:lpstr>Izejvielu un produktu koncentrācijas izmaiņas laika periodā</vt:lpstr>
      <vt:lpstr>PowerPoint Presentation</vt:lpstr>
      <vt:lpstr>Izejvielu daba</vt:lpstr>
      <vt:lpstr>Koncentrācijas ietekme</vt:lpstr>
      <vt:lpstr>Koncentrācijas ietekme</vt:lpstr>
      <vt:lpstr>Koncentrācijas ietekme</vt:lpstr>
      <vt:lpstr>Spiediena ietekme</vt:lpstr>
      <vt:lpstr>Virsmas laukuma ietekme</vt:lpstr>
      <vt:lpstr>Temperatūras ietekme</vt:lpstr>
      <vt:lpstr>Temperatūras ietekme</vt:lpstr>
      <vt:lpstr>Aktivācijas enerģija</vt:lpstr>
      <vt:lpstr>Katalizatora ietekme</vt:lpstr>
      <vt:lpstr>PowerPoint Presentation</vt:lpstr>
      <vt:lpstr>PowerPoint Presentation</vt:lpstr>
      <vt:lpstr>PowerPoint Presentation</vt:lpstr>
      <vt:lpstr>Bioloģiski svarīgas reakcijas, ko katalizē fermenti</vt:lpstr>
      <vt:lpstr>Katalizatori mašīnu izpūtējos</vt:lpstr>
      <vt:lpstr>Uzdevumi</vt:lpstr>
      <vt:lpstr>Uzdevumi</vt:lpstr>
      <vt:lpstr>Uzdevumi</vt:lpstr>
      <vt:lpstr>Uzdevumi</vt:lpstr>
      <vt:lpstr>Uzdevumi</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Home</dc:creator>
  <cp:lastModifiedBy>Iveta Ancāne</cp:lastModifiedBy>
  <cp:revision>200</cp:revision>
  <cp:lastPrinted>2023-03-22T19:26:36Z</cp:lastPrinted>
  <dcterms:created xsi:type="dcterms:W3CDTF">2005-11-27T20:59:42Z</dcterms:created>
  <dcterms:modified xsi:type="dcterms:W3CDTF">2026-01-19T22:41:53Z</dcterms:modified>
</cp:coreProperties>
</file>